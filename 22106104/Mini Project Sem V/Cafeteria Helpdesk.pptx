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4"/>
    <p:sldMasterId id="2147483666" r:id="rId5"/>
    <p:sldMasterId id="2147483667" r:id="rId6"/>
    <p:sldMasterId id="2147483668" r:id="rId7"/>
    <p:sldMasterId id="2147483669"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Lst>
  <p:sldSz cy="7559675" cx="10080625"/>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1.xml"/><Relationship Id="rId11" Type="http://schemas.openxmlformats.org/officeDocument/2006/relationships/slide" Target="slides/slide2.xml"/><Relationship Id="rId10" Type="http://schemas.openxmlformats.org/officeDocument/2006/relationships/slide" Target="slides/slide1.xml"/><Relationship Id="rId13" Type="http://schemas.openxmlformats.org/officeDocument/2006/relationships/slide" Target="slides/slide4.xml"/><Relationship Id="rId12" Type="http://schemas.openxmlformats.org/officeDocument/2006/relationships/slide" Target="slides/slide3.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5" Type="http://schemas.openxmlformats.org/officeDocument/2006/relationships/slideMaster" Target="slideMasters/slideMaster2.xml"/><Relationship Id="rId19" Type="http://schemas.openxmlformats.org/officeDocument/2006/relationships/slide" Target="slides/slide10.xml"/><Relationship Id="rId6" Type="http://schemas.openxmlformats.org/officeDocument/2006/relationships/slideMaster" Target="slideMasters/slideMaster3.xml"/><Relationship Id="rId18" Type="http://schemas.openxmlformats.org/officeDocument/2006/relationships/slide" Target="slides/slide9.xml"/><Relationship Id="rId7" Type="http://schemas.openxmlformats.org/officeDocument/2006/relationships/slideMaster" Target="slideMasters/slideMaster4.xml"/><Relationship Id="rId8" Type="http://schemas.openxmlformats.org/officeDocument/2006/relationships/slideMaster" Target="slideMasters/slideMaster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15900" y="812800"/>
            <a:ext cx="7126287" cy="40068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5650" y="5078412"/>
            <a:ext cx="6046787" cy="4810125"/>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79775" cy="5334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9pPr>
          </a:lstStyle>
          <a:p/>
        </p:txBody>
      </p:sp>
      <p:sp>
        <p:nvSpPr>
          <p:cNvPr id="6" name="Google Shape;6;n"/>
          <p:cNvSpPr txBox="1"/>
          <p:nvPr>
            <p:ph idx="10" type="dt"/>
          </p:nvPr>
        </p:nvSpPr>
        <p:spPr>
          <a:xfrm>
            <a:off x="4278312" y="0"/>
            <a:ext cx="3279775" cy="5334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9pPr>
          </a:lstStyle>
          <a:p/>
        </p:txBody>
      </p:sp>
      <p:sp>
        <p:nvSpPr>
          <p:cNvPr id="7" name="Google Shape;7;n"/>
          <p:cNvSpPr txBox="1"/>
          <p:nvPr>
            <p:ph idx="11" type="ftr"/>
          </p:nvPr>
        </p:nvSpPr>
        <p:spPr>
          <a:xfrm>
            <a:off x="0" y="10156825"/>
            <a:ext cx="3279775" cy="5334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9pPr>
          </a:lstStyle>
          <a:p/>
        </p:txBody>
      </p:sp>
      <p:sp>
        <p:nvSpPr>
          <p:cNvPr id="8" name="Google Shape;8;n"/>
          <p:cNvSpPr txBox="1"/>
          <p:nvPr>
            <p:ph idx="12" type="sldNum"/>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rebuchet MS"/>
              <a:buNone/>
            </a:pPr>
            <a:fld id="{00000000-1234-1234-1234-123412341234}" type="slidenum">
              <a:rPr b="0" i="0" lang="en-US" sz="1400" u="none">
                <a:solidFill>
                  <a:srgbClr val="000000"/>
                </a:solidFill>
                <a:latin typeface="Trebuchet MS"/>
                <a:ea typeface="Trebuchet MS"/>
                <a:cs typeface="Trebuchet MS"/>
                <a:sym typeface="Trebuchet MS"/>
              </a:rPr>
              <a:t>‹#›</a:t>
            </a:fld>
            <a:endParaRPr/>
          </a:p>
        </p:txBody>
      </p:sp>
      <p:sp>
        <p:nvSpPr>
          <p:cNvPr id="208" name="Google Shape;208;p1: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09" name="Google Shape;209;p1: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216" name="Google Shape;216;p2: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17" name="Google Shape;217;p2: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3: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223" name="Google Shape;223;p3: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24" name="Google Shape;224;p3: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4:notes"/>
          <p:cNvSpPr txBox="1"/>
          <p:nvPr>
            <p:ph idx="1" type="body"/>
          </p:nvPr>
        </p:nvSpPr>
        <p:spPr>
          <a:xfrm>
            <a:off x="755650" y="5078412"/>
            <a:ext cx="6046787" cy="4810125"/>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30" name="Google Shape;230;p4:notes"/>
          <p:cNvSpPr/>
          <p:nvPr>
            <p:ph idx="2" type="sldImg"/>
          </p:nvPr>
        </p:nvSpPr>
        <p:spPr>
          <a:xfrm>
            <a:off x="215900" y="812800"/>
            <a:ext cx="7126287" cy="4006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236" name="Google Shape;236;p5: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37" name="Google Shape;237;p5: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6: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243" name="Google Shape;243;p6: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44" name="Google Shape;244;p6: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7: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251" name="Google Shape;251;p7: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52" name="Google Shape;252;p7: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8: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260" name="Google Shape;260;p8: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61" name="Google Shape;261;p8: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9:notes"/>
          <p:cNvSpPr txBox="1"/>
          <p:nvPr>
            <p:ph idx="1" type="body"/>
          </p:nvPr>
        </p:nvSpPr>
        <p:spPr>
          <a:xfrm>
            <a:off x="755650" y="5078412"/>
            <a:ext cx="6046787" cy="4810125"/>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1" name="Google Shape;271;p9:notes"/>
          <p:cNvSpPr/>
          <p:nvPr>
            <p:ph idx="2" type="sldImg"/>
          </p:nvPr>
        </p:nvSpPr>
        <p:spPr>
          <a:xfrm>
            <a:off x="215900" y="812800"/>
            <a:ext cx="7126287" cy="4006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0: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277" name="Google Shape;277;p10: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78" name="Google Shape;278;p10: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284" name="Google Shape;284;p11: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85" name="Google Shape;285;p11: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2"/>
          <p:cNvSpPr txBox="1"/>
          <p:nvPr>
            <p:ph type="title"/>
          </p:nvPr>
        </p:nvSpPr>
        <p:spPr>
          <a:xfrm>
            <a:off x="671512" y="671512"/>
            <a:ext cx="6997700" cy="145573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3968"/>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
          <p:cNvSpPr txBox="1"/>
          <p:nvPr>
            <p:ph idx="1" type="body"/>
          </p:nvPr>
        </p:nvSpPr>
        <p:spPr>
          <a:xfrm>
            <a:off x="671512" y="2381250"/>
            <a:ext cx="6997700" cy="4278312"/>
          </a:xfrm>
          <a:prstGeom prst="rect">
            <a:avLst/>
          </a:prstGeom>
          <a:noFill/>
          <a:ln>
            <a:noFill/>
          </a:ln>
        </p:spPr>
        <p:txBody>
          <a:bodyPr anchorCtr="0" anchor="t" bIns="45700" lIns="91425" spcFirstLastPara="1" rIns="91425" wrap="square" tIns="45700">
            <a:noAutofit/>
          </a:bodyPr>
          <a:lstStyle>
            <a:lvl1pPr indent="-320040" lvl="0" marL="457200" algn="l">
              <a:spcBef>
                <a:spcPts val="1100"/>
              </a:spcBef>
              <a:spcAft>
                <a:spcPts val="0"/>
              </a:spcAft>
              <a:buSzPts val="1440"/>
              <a:buChar char="►"/>
              <a:defRPr/>
            </a:lvl1pPr>
            <a:lvl2pPr indent="-320040" lvl="1" marL="914400" algn="l">
              <a:spcBef>
                <a:spcPts val="1100"/>
              </a:spcBef>
              <a:spcAft>
                <a:spcPts val="0"/>
              </a:spcAft>
              <a:buSzPts val="1440"/>
              <a:buChar char="►"/>
              <a:defRPr/>
            </a:lvl2pPr>
            <a:lvl3pPr indent="-320040" lvl="2" marL="1371600" algn="l">
              <a:spcBef>
                <a:spcPts val="1100"/>
              </a:spcBef>
              <a:spcAft>
                <a:spcPts val="0"/>
              </a:spcAft>
              <a:buSzPts val="1440"/>
              <a:buChar char="►"/>
              <a:defRPr/>
            </a:lvl3pPr>
            <a:lvl4pPr indent="-320040" lvl="3" marL="1828800" algn="l">
              <a:spcBef>
                <a:spcPts val="1100"/>
              </a:spcBef>
              <a:spcAft>
                <a:spcPts val="0"/>
              </a:spcAft>
              <a:buSzPts val="1440"/>
              <a:buChar char="►"/>
              <a:defRPr/>
            </a:lvl4pPr>
            <a:lvl5pPr indent="-320040" lvl="4" marL="2286000" algn="l">
              <a:spcBef>
                <a:spcPts val="1100"/>
              </a:spcBef>
              <a:spcAft>
                <a:spcPts val="0"/>
              </a:spcAft>
              <a:buSzPts val="1440"/>
              <a:buChar char="►"/>
              <a:defRPr/>
            </a:lvl5pPr>
            <a:lvl6pPr indent="-320040" lvl="5" marL="2743200" algn="l">
              <a:spcBef>
                <a:spcPts val="1102"/>
              </a:spcBef>
              <a:spcAft>
                <a:spcPts val="0"/>
              </a:spcAft>
              <a:buSzPts val="1440"/>
              <a:buChar char="►"/>
              <a:defRPr/>
            </a:lvl6pPr>
            <a:lvl7pPr indent="-320040" lvl="6" marL="3200400" algn="l">
              <a:spcBef>
                <a:spcPts val="1102"/>
              </a:spcBef>
              <a:spcAft>
                <a:spcPts val="0"/>
              </a:spcAft>
              <a:buSzPts val="1440"/>
              <a:buChar char="►"/>
              <a:defRPr/>
            </a:lvl7pPr>
            <a:lvl8pPr indent="-320040" lvl="7" marL="3657600" algn="l">
              <a:spcBef>
                <a:spcPts val="1102"/>
              </a:spcBef>
              <a:spcAft>
                <a:spcPts val="0"/>
              </a:spcAft>
              <a:buSzPts val="1440"/>
              <a:buChar char="►"/>
              <a:defRPr/>
            </a:lvl8pPr>
            <a:lvl9pPr indent="-320040" lvl="8" marL="4114800" algn="l">
              <a:spcBef>
                <a:spcPts val="1102"/>
              </a:spcBef>
              <a:spcAft>
                <a:spcPts val="0"/>
              </a:spcAft>
              <a:buSzPts val="1440"/>
              <a:buChar char="►"/>
              <a:defRPr/>
            </a:lvl9pPr>
          </a:lstStyle>
          <a:p/>
        </p:txBody>
      </p:sp>
      <p:sp>
        <p:nvSpPr>
          <p:cNvPr id="29" name="Google Shape;29;p2"/>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2" name="Shape 32"/>
        <p:cNvGrpSpPr/>
        <p:nvPr/>
      </p:nvGrpSpPr>
      <p:grpSpPr>
        <a:xfrm>
          <a:off x="0" y="0"/>
          <a:ext cx="0" cy="0"/>
          <a:chOff x="0" y="0"/>
          <a:chExt cx="0" cy="0"/>
        </a:xfrm>
      </p:grpSpPr>
      <p:sp>
        <p:nvSpPr>
          <p:cNvPr id="33" name="Google Shape;33;p3"/>
          <p:cNvSpPr txBox="1"/>
          <p:nvPr>
            <p:ph type="title"/>
          </p:nvPr>
        </p:nvSpPr>
        <p:spPr>
          <a:xfrm rot="5400000">
            <a:off x="4234732" y="3026812"/>
            <a:ext cx="5788752" cy="107907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
          <p:cNvSpPr txBox="1"/>
          <p:nvPr>
            <p:ph idx="1" type="body"/>
          </p:nvPr>
        </p:nvSpPr>
        <p:spPr>
          <a:xfrm rot="5400000">
            <a:off x="641243" y="702770"/>
            <a:ext cx="5788752" cy="5727155"/>
          </a:xfrm>
          <a:prstGeom prst="rect">
            <a:avLst/>
          </a:prstGeom>
          <a:noFill/>
          <a:ln>
            <a:noFill/>
          </a:ln>
        </p:spPr>
        <p:txBody>
          <a:bodyPr anchorCtr="0" anchor="t" bIns="45700" lIns="91425" spcFirstLastPara="1" rIns="91425" wrap="square" tIns="45700">
            <a:noAutofit/>
          </a:bodyPr>
          <a:lstStyle>
            <a:lvl1pPr indent="-320040" lvl="0" marL="457200" algn="l">
              <a:spcBef>
                <a:spcPts val="1100"/>
              </a:spcBef>
              <a:spcAft>
                <a:spcPts val="0"/>
              </a:spcAft>
              <a:buSzPts val="1440"/>
              <a:buChar char="►"/>
              <a:defRPr/>
            </a:lvl1pPr>
            <a:lvl2pPr indent="-320040" lvl="1" marL="914400" algn="l">
              <a:spcBef>
                <a:spcPts val="1100"/>
              </a:spcBef>
              <a:spcAft>
                <a:spcPts val="0"/>
              </a:spcAft>
              <a:buSzPts val="1440"/>
              <a:buChar char="►"/>
              <a:defRPr/>
            </a:lvl2pPr>
            <a:lvl3pPr indent="-320040" lvl="2" marL="1371600" algn="l">
              <a:spcBef>
                <a:spcPts val="1100"/>
              </a:spcBef>
              <a:spcAft>
                <a:spcPts val="0"/>
              </a:spcAft>
              <a:buSzPts val="1440"/>
              <a:buChar char="►"/>
              <a:defRPr/>
            </a:lvl3pPr>
            <a:lvl4pPr indent="-320040" lvl="3" marL="1828800" algn="l">
              <a:spcBef>
                <a:spcPts val="1100"/>
              </a:spcBef>
              <a:spcAft>
                <a:spcPts val="0"/>
              </a:spcAft>
              <a:buSzPts val="1440"/>
              <a:buChar char="►"/>
              <a:defRPr/>
            </a:lvl4pPr>
            <a:lvl5pPr indent="-320040" lvl="4" marL="2286000" algn="l">
              <a:spcBef>
                <a:spcPts val="1100"/>
              </a:spcBef>
              <a:spcAft>
                <a:spcPts val="0"/>
              </a:spcAft>
              <a:buSzPts val="1440"/>
              <a:buChar char="►"/>
              <a:defRPr/>
            </a:lvl5pPr>
            <a:lvl6pPr indent="-320040" lvl="5" marL="2743200" algn="l">
              <a:spcBef>
                <a:spcPts val="1102"/>
              </a:spcBef>
              <a:spcAft>
                <a:spcPts val="0"/>
              </a:spcAft>
              <a:buSzPts val="1440"/>
              <a:buChar char="►"/>
              <a:defRPr/>
            </a:lvl6pPr>
            <a:lvl7pPr indent="-320040" lvl="6" marL="3200400" algn="l">
              <a:spcBef>
                <a:spcPts val="1102"/>
              </a:spcBef>
              <a:spcAft>
                <a:spcPts val="0"/>
              </a:spcAft>
              <a:buSzPts val="1440"/>
              <a:buChar char="►"/>
              <a:defRPr/>
            </a:lvl7pPr>
            <a:lvl8pPr indent="-320040" lvl="7" marL="3657600" algn="l">
              <a:spcBef>
                <a:spcPts val="1102"/>
              </a:spcBef>
              <a:spcAft>
                <a:spcPts val="0"/>
              </a:spcAft>
              <a:buSzPts val="1440"/>
              <a:buChar char="►"/>
              <a:defRPr/>
            </a:lvl8pPr>
            <a:lvl9pPr indent="-320040" lvl="8" marL="4114800" algn="l">
              <a:spcBef>
                <a:spcPts val="1102"/>
              </a:spcBef>
              <a:spcAft>
                <a:spcPts val="0"/>
              </a:spcAft>
              <a:buSzPts val="1440"/>
              <a:buChar char="►"/>
              <a:defRPr/>
            </a:lvl9pPr>
          </a:lstStyle>
          <a:p/>
        </p:txBody>
      </p:sp>
      <p:sp>
        <p:nvSpPr>
          <p:cNvPr id="35" name="Google Shape;35;p3"/>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8" name="Shape 38"/>
        <p:cNvGrpSpPr/>
        <p:nvPr/>
      </p:nvGrpSpPr>
      <p:grpSpPr>
        <a:xfrm>
          <a:off x="0" y="0"/>
          <a:ext cx="0" cy="0"/>
          <a:chOff x="0" y="0"/>
          <a:chExt cx="0" cy="0"/>
        </a:xfrm>
      </p:grpSpPr>
      <p:sp>
        <p:nvSpPr>
          <p:cNvPr id="39" name="Google Shape;39;p4"/>
          <p:cNvSpPr txBox="1"/>
          <p:nvPr>
            <p:ph type="title"/>
          </p:nvPr>
        </p:nvSpPr>
        <p:spPr>
          <a:xfrm>
            <a:off x="671512" y="671512"/>
            <a:ext cx="6997700" cy="145573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
          <p:cNvSpPr txBox="1"/>
          <p:nvPr>
            <p:ph idx="1" type="body"/>
          </p:nvPr>
        </p:nvSpPr>
        <p:spPr>
          <a:xfrm rot="5400000">
            <a:off x="2031206" y="1021556"/>
            <a:ext cx="4278312" cy="6997700"/>
          </a:xfrm>
          <a:prstGeom prst="rect">
            <a:avLst/>
          </a:prstGeom>
          <a:noFill/>
          <a:ln>
            <a:noFill/>
          </a:ln>
        </p:spPr>
        <p:txBody>
          <a:bodyPr anchorCtr="0" anchor="t" bIns="45700" lIns="91425" spcFirstLastPara="1" rIns="91425" wrap="square" tIns="45700">
            <a:noAutofit/>
          </a:bodyPr>
          <a:lstStyle>
            <a:lvl1pPr indent="-320040" lvl="0" marL="457200" algn="l">
              <a:spcBef>
                <a:spcPts val="1100"/>
              </a:spcBef>
              <a:spcAft>
                <a:spcPts val="0"/>
              </a:spcAft>
              <a:buSzPts val="1440"/>
              <a:buChar char="►"/>
              <a:defRPr/>
            </a:lvl1pPr>
            <a:lvl2pPr indent="-320040" lvl="1" marL="914400" algn="l">
              <a:spcBef>
                <a:spcPts val="1100"/>
              </a:spcBef>
              <a:spcAft>
                <a:spcPts val="0"/>
              </a:spcAft>
              <a:buSzPts val="1440"/>
              <a:buChar char="►"/>
              <a:defRPr/>
            </a:lvl2pPr>
            <a:lvl3pPr indent="-320040" lvl="2" marL="1371600" algn="l">
              <a:spcBef>
                <a:spcPts val="1100"/>
              </a:spcBef>
              <a:spcAft>
                <a:spcPts val="0"/>
              </a:spcAft>
              <a:buSzPts val="1440"/>
              <a:buChar char="►"/>
              <a:defRPr/>
            </a:lvl3pPr>
            <a:lvl4pPr indent="-320040" lvl="3" marL="1828800" algn="l">
              <a:spcBef>
                <a:spcPts val="1100"/>
              </a:spcBef>
              <a:spcAft>
                <a:spcPts val="0"/>
              </a:spcAft>
              <a:buSzPts val="1440"/>
              <a:buChar char="►"/>
              <a:defRPr/>
            </a:lvl4pPr>
            <a:lvl5pPr indent="-320040" lvl="4" marL="2286000" algn="l">
              <a:spcBef>
                <a:spcPts val="1100"/>
              </a:spcBef>
              <a:spcAft>
                <a:spcPts val="0"/>
              </a:spcAft>
              <a:buSzPts val="1440"/>
              <a:buChar char="►"/>
              <a:defRPr/>
            </a:lvl5pPr>
            <a:lvl6pPr indent="-320040" lvl="5" marL="2743200" algn="l">
              <a:spcBef>
                <a:spcPts val="1102"/>
              </a:spcBef>
              <a:spcAft>
                <a:spcPts val="0"/>
              </a:spcAft>
              <a:buSzPts val="1440"/>
              <a:buChar char="►"/>
              <a:defRPr/>
            </a:lvl6pPr>
            <a:lvl7pPr indent="-320040" lvl="6" marL="3200400" algn="l">
              <a:spcBef>
                <a:spcPts val="1102"/>
              </a:spcBef>
              <a:spcAft>
                <a:spcPts val="0"/>
              </a:spcAft>
              <a:buSzPts val="1440"/>
              <a:buChar char="►"/>
              <a:defRPr/>
            </a:lvl7pPr>
            <a:lvl8pPr indent="-320040" lvl="7" marL="3657600" algn="l">
              <a:spcBef>
                <a:spcPts val="1102"/>
              </a:spcBef>
              <a:spcAft>
                <a:spcPts val="0"/>
              </a:spcAft>
              <a:buSzPts val="1440"/>
              <a:buChar char="►"/>
              <a:defRPr/>
            </a:lvl8pPr>
            <a:lvl9pPr indent="-320040" lvl="8" marL="4114800" algn="l">
              <a:spcBef>
                <a:spcPts val="1102"/>
              </a:spcBef>
              <a:spcAft>
                <a:spcPts val="0"/>
              </a:spcAft>
              <a:buSzPts val="1440"/>
              <a:buChar char="►"/>
              <a:defRPr/>
            </a:lvl9pPr>
          </a:lstStyle>
          <a:p/>
        </p:txBody>
      </p:sp>
      <p:sp>
        <p:nvSpPr>
          <p:cNvPr id="41" name="Google Shape;41;p4"/>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44" name="Shape 44"/>
        <p:cNvGrpSpPr/>
        <p:nvPr/>
      </p:nvGrpSpPr>
      <p:grpSpPr>
        <a:xfrm>
          <a:off x="0" y="0"/>
          <a:ext cx="0" cy="0"/>
          <a:chOff x="0" y="0"/>
          <a:chExt cx="0" cy="0"/>
        </a:xfrm>
      </p:grpSpPr>
      <p:sp>
        <p:nvSpPr>
          <p:cNvPr id="45" name="Google Shape;45;p5"/>
          <p:cNvSpPr txBox="1"/>
          <p:nvPr>
            <p:ph type="title"/>
          </p:nvPr>
        </p:nvSpPr>
        <p:spPr>
          <a:xfrm>
            <a:off x="678930" y="671971"/>
            <a:ext cx="6991025" cy="333185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sz="485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
          <p:cNvSpPr txBox="1"/>
          <p:nvPr>
            <p:ph idx="1" type="body"/>
          </p:nvPr>
        </p:nvSpPr>
        <p:spPr>
          <a:xfrm>
            <a:off x="672038" y="4423810"/>
            <a:ext cx="6997916" cy="566863"/>
          </a:xfrm>
          <a:prstGeom prst="rect">
            <a:avLst/>
          </a:prstGeom>
          <a:noFill/>
          <a:ln>
            <a:noFill/>
          </a:ln>
        </p:spPr>
        <p:txBody>
          <a:bodyPr anchorCtr="0" anchor="b" bIns="45700" lIns="91425" spcFirstLastPara="1" rIns="91425" wrap="square" tIns="45700">
            <a:noAutofit/>
          </a:bodyPr>
          <a:lstStyle>
            <a:lvl1pPr indent="-228600" lvl="0" marL="457200" algn="l">
              <a:spcBef>
                <a:spcPts val="1100"/>
              </a:spcBef>
              <a:spcAft>
                <a:spcPts val="0"/>
              </a:spcAft>
              <a:buSzPts val="2117"/>
              <a:buFont typeface="Trebuchet MS"/>
              <a:buNone/>
              <a:defRPr sz="2646">
                <a:solidFill>
                  <a:schemeClr val="accent1"/>
                </a:solidFill>
              </a:defRPr>
            </a:lvl1pPr>
            <a:lvl2pPr indent="-228600" lvl="1" marL="914400" algn="l">
              <a:spcBef>
                <a:spcPts val="1100"/>
              </a:spcBef>
              <a:spcAft>
                <a:spcPts val="0"/>
              </a:spcAft>
              <a:buSzPts val="1360"/>
              <a:buFont typeface="Trebuchet MS"/>
              <a:buNone/>
              <a:defRPr/>
            </a:lvl2pPr>
            <a:lvl3pPr indent="-228600" lvl="2" marL="1371600" algn="l">
              <a:spcBef>
                <a:spcPts val="1100"/>
              </a:spcBef>
              <a:spcAft>
                <a:spcPts val="0"/>
              </a:spcAft>
              <a:buSzPts val="1200"/>
              <a:buFont typeface="Trebuchet MS"/>
              <a:buNone/>
              <a:defRPr/>
            </a:lvl3pPr>
            <a:lvl4pPr indent="-228600" lvl="3" marL="1828800" algn="l">
              <a:spcBef>
                <a:spcPts val="1100"/>
              </a:spcBef>
              <a:spcAft>
                <a:spcPts val="0"/>
              </a:spcAft>
              <a:buSzPts val="1040"/>
              <a:buFont typeface="Trebuchet MS"/>
              <a:buNone/>
              <a:defRPr/>
            </a:lvl4pPr>
            <a:lvl5pPr indent="-228600" lvl="4" marL="2286000" algn="l">
              <a:spcBef>
                <a:spcPts val="1100"/>
              </a:spcBef>
              <a:spcAft>
                <a:spcPts val="0"/>
              </a:spcAft>
              <a:buSzPts val="1040"/>
              <a:buFont typeface="Trebuchet MS"/>
              <a:buNone/>
              <a:defRPr/>
            </a:lvl5pPr>
            <a:lvl6pPr indent="-320040" lvl="5" marL="2743200" algn="l">
              <a:spcBef>
                <a:spcPts val="1102"/>
              </a:spcBef>
              <a:spcAft>
                <a:spcPts val="0"/>
              </a:spcAft>
              <a:buSzPts val="1440"/>
              <a:buChar char="►"/>
              <a:defRPr/>
            </a:lvl6pPr>
            <a:lvl7pPr indent="-320040" lvl="6" marL="3200400" algn="l">
              <a:spcBef>
                <a:spcPts val="1102"/>
              </a:spcBef>
              <a:spcAft>
                <a:spcPts val="0"/>
              </a:spcAft>
              <a:buSzPts val="1440"/>
              <a:buChar char="►"/>
              <a:defRPr/>
            </a:lvl7pPr>
            <a:lvl8pPr indent="-320040" lvl="7" marL="3657600" algn="l">
              <a:spcBef>
                <a:spcPts val="1102"/>
              </a:spcBef>
              <a:spcAft>
                <a:spcPts val="0"/>
              </a:spcAft>
              <a:buSzPts val="1440"/>
              <a:buChar char="►"/>
              <a:defRPr/>
            </a:lvl8pPr>
            <a:lvl9pPr indent="-320040" lvl="8" marL="4114800" algn="l">
              <a:spcBef>
                <a:spcPts val="1102"/>
              </a:spcBef>
              <a:spcAft>
                <a:spcPts val="0"/>
              </a:spcAft>
              <a:buSzPts val="1440"/>
              <a:buChar char="►"/>
              <a:defRPr/>
            </a:lvl9pPr>
          </a:lstStyle>
          <a:p/>
        </p:txBody>
      </p:sp>
      <p:sp>
        <p:nvSpPr>
          <p:cNvPr id="47" name="Google Shape;47;p5"/>
          <p:cNvSpPr txBox="1"/>
          <p:nvPr>
            <p:ph idx="2" type="body"/>
          </p:nvPr>
        </p:nvSpPr>
        <p:spPr>
          <a:xfrm>
            <a:off x="672040" y="4990673"/>
            <a:ext cx="6997915" cy="1668810"/>
          </a:xfrm>
          <a:prstGeom prst="rect">
            <a:avLst/>
          </a:prstGeom>
          <a:noFill/>
          <a:ln>
            <a:noFill/>
          </a:ln>
        </p:spPr>
        <p:txBody>
          <a:bodyPr anchorCtr="0" anchor="t" bIns="45700" lIns="91425" spcFirstLastPara="1" rIns="91425" wrap="square" tIns="45700">
            <a:noAutofit/>
          </a:bodyPr>
          <a:lstStyle>
            <a:lvl1pPr indent="-228600" lvl="0" marL="457200" algn="l">
              <a:spcBef>
                <a:spcPts val="1100"/>
              </a:spcBef>
              <a:spcAft>
                <a:spcPts val="0"/>
              </a:spcAft>
              <a:buSzPts val="1587"/>
              <a:buNone/>
              <a:defRPr sz="1984">
                <a:solidFill>
                  <a:srgbClr val="7F7F7F"/>
                </a:solidFill>
              </a:defRPr>
            </a:lvl1pPr>
            <a:lvl2pPr indent="-228600" lvl="1" marL="914400" algn="l">
              <a:spcBef>
                <a:spcPts val="1100"/>
              </a:spcBef>
              <a:spcAft>
                <a:spcPts val="0"/>
              </a:spcAft>
              <a:buSzPts val="1587"/>
              <a:buNone/>
              <a:defRPr sz="1984">
                <a:solidFill>
                  <a:srgbClr val="888888"/>
                </a:solidFill>
              </a:defRPr>
            </a:lvl2pPr>
            <a:lvl3pPr indent="-228600" lvl="2" marL="1371600" algn="l">
              <a:spcBef>
                <a:spcPts val="1100"/>
              </a:spcBef>
              <a:spcAft>
                <a:spcPts val="0"/>
              </a:spcAft>
              <a:buSzPts val="1411"/>
              <a:buNone/>
              <a:defRPr sz="1764">
                <a:solidFill>
                  <a:srgbClr val="888888"/>
                </a:solidFill>
              </a:defRPr>
            </a:lvl3pPr>
            <a:lvl4pPr indent="-228600" lvl="3" marL="1828800" algn="l">
              <a:spcBef>
                <a:spcPts val="1100"/>
              </a:spcBef>
              <a:spcAft>
                <a:spcPts val="0"/>
              </a:spcAft>
              <a:buSzPts val="1234"/>
              <a:buNone/>
              <a:defRPr sz="1543">
                <a:solidFill>
                  <a:srgbClr val="888888"/>
                </a:solidFill>
              </a:defRPr>
            </a:lvl4pPr>
            <a:lvl5pPr indent="-228600" lvl="4" marL="2286000" algn="l">
              <a:spcBef>
                <a:spcPts val="1100"/>
              </a:spcBef>
              <a:spcAft>
                <a:spcPts val="0"/>
              </a:spcAft>
              <a:buSzPts val="1234"/>
              <a:buNone/>
              <a:defRPr sz="1543">
                <a:solidFill>
                  <a:srgbClr val="888888"/>
                </a:solidFill>
              </a:defRPr>
            </a:lvl5pPr>
            <a:lvl6pPr indent="-228600" lvl="5" marL="2743200" algn="l">
              <a:spcBef>
                <a:spcPts val="1102"/>
              </a:spcBef>
              <a:spcAft>
                <a:spcPts val="0"/>
              </a:spcAft>
              <a:buSzPts val="1234"/>
              <a:buNone/>
              <a:defRPr sz="1543">
                <a:solidFill>
                  <a:srgbClr val="888888"/>
                </a:solidFill>
              </a:defRPr>
            </a:lvl6pPr>
            <a:lvl7pPr indent="-228600" lvl="6" marL="3200400" algn="l">
              <a:spcBef>
                <a:spcPts val="1102"/>
              </a:spcBef>
              <a:spcAft>
                <a:spcPts val="0"/>
              </a:spcAft>
              <a:buSzPts val="1234"/>
              <a:buNone/>
              <a:defRPr sz="1543">
                <a:solidFill>
                  <a:srgbClr val="888888"/>
                </a:solidFill>
              </a:defRPr>
            </a:lvl7pPr>
            <a:lvl8pPr indent="-228600" lvl="7" marL="3657600" algn="l">
              <a:spcBef>
                <a:spcPts val="1102"/>
              </a:spcBef>
              <a:spcAft>
                <a:spcPts val="0"/>
              </a:spcAft>
              <a:buSzPts val="1234"/>
              <a:buNone/>
              <a:defRPr sz="1543">
                <a:solidFill>
                  <a:srgbClr val="888888"/>
                </a:solidFill>
              </a:defRPr>
            </a:lvl8pPr>
            <a:lvl9pPr indent="-228600" lvl="8" marL="4114800" algn="l">
              <a:spcBef>
                <a:spcPts val="1102"/>
              </a:spcBef>
              <a:spcAft>
                <a:spcPts val="0"/>
              </a:spcAft>
              <a:buSzPts val="1234"/>
              <a:buNone/>
              <a:defRPr sz="1543">
                <a:solidFill>
                  <a:srgbClr val="888888"/>
                </a:solidFill>
              </a:defRPr>
            </a:lvl9pPr>
          </a:lstStyle>
          <a:p/>
        </p:txBody>
      </p:sp>
      <p:sp>
        <p:nvSpPr>
          <p:cNvPr id="48" name="Google Shape;48;p5"/>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51" name="Shape 51"/>
        <p:cNvGrpSpPr/>
        <p:nvPr/>
      </p:nvGrpSpPr>
      <p:grpSpPr>
        <a:xfrm>
          <a:off x="0" y="0"/>
          <a:ext cx="0" cy="0"/>
          <a:chOff x="0" y="0"/>
          <a:chExt cx="0" cy="0"/>
        </a:xfrm>
      </p:grpSpPr>
      <p:sp>
        <p:nvSpPr>
          <p:cNvPr id="52" name="Google Shape;52;p6"/>
          <p:cNvSpPr txBox="1"/>
          <p:nvPr>
            <p:ph type="title"/>
          </p:nvPr>
        </p:nvSpPr>
        <p:spPr>
          <a:xfrm>
            <a:off x="672040" y="2129659"/>
            <a:ext cx="6997915" cy="2861014"/>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0" sz="485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
          <p:cNvSpPr txBox="1"/>
          <p:nvPr>
            <p:ph idx="1" type="body"/>
          </p:nvPr>
        </p:nvSpPr>
        <p:spPr>
          <a:xfrm>
            <a:off x="672040" y="4990673"/>
            <a:ext cx="6997915" cy="1668810"/>
          </a:xfrm>
          <a:prstGeom prst="rect">
            <a:avLst/>
          </a:prstGeom>
          <a:noFill/>
          <a:ln>
            <a:noFill/>
          </a:ln>
        </p:spPr>
        <p:txBody>
          <a:bodyPr anchorCtr="0" anchor="t" bIns="45700" lIns="91425" spcFirstLastPara="1" rIns="91425" wrap="square" tIns="45700">
            <a:noAutofit/>
          </a:bodyPr>
          <a:lstStyle>
            <a:lvl1pPr indent="-228600" lvl="0" marL="457200" algn="l">
              <a:spcBef>
                <a:spcPts val="1100"/>
              </a:spcBef>
              <a:spcAft>
                <a:spcPts val="0"/>
              </a:spcAft>
              <a:buSzPts val="1587"/>
              <a:buNone/>
              <a:defRPr sz="1984">
                <a:solidFill>
                  <a:srgbClr val="3F3F3F"/>
                </a:solidFill>
              </a:defRPr>
            </a:lvl1pPr>
            <a:lvl2pPr indent="-228600" lvl="1" marL="914400" algn="l">
              <a:spcBef>
                <a:spcPts val="1100"/>
              </a:spcBef>
              <a:spcAft>
                <a:spcPts val="0"/>
              </a:spcAft>
              <a:buSzPts val="1587"/>
              <a:buNone/>
              <a:defRPr sz="1984">
                <a:solidFill>
                  <a:srgbClr val="888888"/>
                </a:solidFill>
              </a:defRPr>
            </a:lvl2pPr>
            <a:lvl3pPr indent="-228600" lvl="2" marL="1371600" algn="l">
              <a:spcBef>
                <a:spcPts val="1100"/>
              </a:spcBef>
              <a:spcAft>
                <a:spcPts val="0"/>
              </a:spcAft>
              <a:buSzPts val="1411"/>
              <a:buNone/>
              <a:defRPr sz="1764">
                <a:solidFill>
                  <a:srgbClr val="888888"/>
                </a:solidFill>
              </a:defRPr>
            </a:lvl3pPr>
            <a:lvl4pPr indent="-228600" lvl="3" marL="1828800" algn="l">
              <a:spcBef>
                <a:spcPts val="1100"/>
              </a:spcBef>
              <a:spcAft>
                <a:spcPts val="0"/>
              </a:spcAft>
              <a:buSzPts val="1234"/>
              <a:buNone/>
              <a:defRPr sz="1543">
                <a:solidFill>
                  <a:srgbClr val="888888"/>
                </a:solidFill>
              </a:defRPr>
            </a:lvl4pPr>
            <a:lvl5pPr indent="-228600" lvl="4" marL="2286000" algn="l">
              <a:spcBef>
                <a:spcPts val="1100"/>
              </a:spcBef>
              <a:spcAft>
                <a:spcPts val="0"/>
              </a:spcAft>
              <a:buSzPts val="1234"/>
              <a:buNone/>
              <a:defRPr sz="1543">
                <a:solidFill>
                  <a:srgbClr val="888888"/>
                </a:solidFill>
              </a:defRPr>
            </a:lvl5pPr>
            <a:lvl6pPr indent="-228600" lvl="5" marL="2743200" algn="l">
              <a:spcBef>
                <a:spcPts val="1102"/>
              </a:spcBef>
              <a:spcAft>
                <a:spcPts val="0"/>
              </a:spcAft>
              <a:buSzPts val="1234"/>
              <a:buNone/>
              <a:defRPr sz="1543">
                <a:solidFill>
                  <a:srgbClr val="888888"/>
                </a:solidFill>
              </a:defRPr>
            </a:lvl6pPr>
            <a:lvl7pPr indent="-228600" lvl="6" marL="3200400" algn="l">
              <a:spcBef>
                <a:spcPts val="1102"/>
              </a:spcBef>
              <a:spcAft>
                <a:spcPts val="0"/>
              </a:spcAft>
              <a:buSzPts val="1234"/>
              <a:buNone/>
              <a:defRPr sz="1543">
                <a:solidFill>
                  <a:srgbClr val="888888"/>
                </a:solidFill>
              </a:defRPr>
            </a:lvl7pPr>
            <a:lvl8pPr indent="-228600" lvl="7" marL="3657600" algn="l">
              <a:spcBef>
                <a:spcPts val="1102"/>
              </a:spcBef>
              <a:spcAft>
                <a:spcPts val="0"/>
              </a:spcAft>
              <a:buSzPts val="1234"/>
              <a:buNone/>
              <a:defRPr sz="1543">
                <a:solidFill>
                  <a:srgbClr val="888888"/>
                </a:solidFill>
              </a:defRPr>
            </a:lvl8pPr>
            <a:lvl9pPr indent="-228600" lvl="8" marL="4114800" algn="l">
              <a:spcBef>
                <a:spcPts val="1102"/>
              </a:spcBef>
              <a:spcAft>
                <a:spcPts val="0"/>
              </a:spcAft>
              <a:buSzPts val="1234"/>
              <a:buNone/>
              <a:defRPr sz="1543">
                <a:solidFill>
                  <a:srgbClr val="888888"/>
                </a:solidFill>
              </a:defRPr>
            </a:lvl9pPr>
          </a:lstStyle>
          <a:p/>
        </p:txBody>
      </p:sp>
      <p:sp>
        <p:nvSpPr>
          <p:cNvPr id="54" name="Google Shape;54;p6"/>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57" name="Shape 57"/>
        <p:cNvGrpSpPr/>
        <p:nvPr/>
      </p:nvGrpSpPr>
      <p:grpSpPr>
        <a:xfrm>
          <a:off x="0" y="0"/>
          <a:ext cx="0" cy="0"/>
          <a:chOff x="0" y="0"/>
          <a:chExt cx="0" cy="0"/>
        </a:xfrm>
      </p:grpSpPr>
      <p:sp>
        <p:nvSpPr>
          <p:cNvPr id="58" name="Google Shape;58;p7"/>
          <p:cNvSpPr txBox="1"/>
          <p:nvPr>
            <p:ph type="title"/>
          </p:nvPr>
        </p:nvSpPr>
        <p:spPr>
          <a:xfrm>
            <a:off x="672042" y="671971"/>
            <a:ext cx="6997914" cy="375183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sz="485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
          <p:cNvSpPr txBox="1"/>
          <p:nvPr>
            <p:ph idx="1" type="body"/>
          </p:nvPr>
        </p:nvSpPr>
        <p:spPr>
          <a:xfrm>
            <a:off x="672042" y="4927788"/>
            <a:ext cx="6997914" cy="1731695"/>
          </a:xfrm>
          <a:prstGeom prst="rect">
            <a:avLst/>
          </a:prstGeom>
          <a:noFill/>
          <a:ln>
            <a:noFill/>
          </a:ln>
        </p:spPr>
        <p:txBody>
          <a:bodyPr anchorCtr="0" anchor="ctr" bIns="45700" lIns="91425" spcFirstLastPara="1" rIns="91425" wrap="square" tIns="45700">
            <a:noAutofit/>
          </a:bodyPr>
          <a:lstStyle>
            <a:lvl1pPr indent="-228600" lvl="0" marL="457200" algn="l">
              <a:spcBef>
                <a:spcPts val="1100"/>
              </a:spcBef>
              <a:spcAft>
                <a:spcPts val="0"/>
              </a:spcAft>
              <a:buSzPts val="1587"/>
              <a:buNone/>
              <a:defRPr sz="1984">
                <a:solidFill>
                  <a:srgbClr val="3F3F3F"/>
                </a:solidFill>
              </a:defRPr>
            </a:lvl1pPr>
            <a:lvl2pPr indent="-228600" lvl="1" marL="914400" algn="l">
              <a:spcBef>
                <a:spcPts val="1100"/>
              </a:spcBef>
              <a:spcAft>
                <a:spcPts val="0"/>
              </a:spcAft>
              <a:buSzPts val="1587"/>
              <a:buNone/>
              <a:defRPr sz="1984">
                <a:solidFill>
                  <a:srgbClr val="888888"/>
                </a:solidFill>
              </a:defRPr>
            </a:lvl2pPr>
            <a:lvl3pPr indent="-228600" lvl="2" marL="1371600" algn="l">
              <a:spcBef>
                <a:spcPts val="1100"/>
              </a:spcBef>
              <a:spcAft>
                <a:spcPts val="0"/>
              </a:spcAft>
              <a:buSzPts val="1411"/>
              <a:buNone/>
              <a:defRPr sz="1764">
                <a:solidFill>
                  <a:srgbClr val="888888"/>
                </a:solidFill>
              </a:defRPr>
            </a:lvl3pPr>
            <a:lvl4pPr indent="-228600" lvl="3" marL="1828800" algn="l">
              <a:spcBef>
                <a:spcPts val="1100"/>
              </a:spcBef>
              <a:spcAft>
                <a:spcPts val="0"/>
              </a:spcAft>
              <a:buSzPts val="1234"/>
              <a:buNone/>
              <a:defRPr sz="1543">
                <a:solidFill>
                  <a:srgbClr val="888888"/>
                </a:solidFill>
              </a:defRPr>
            </a:lvl4pPr>
            <a:lvl5pPr indent="-228600" lvl="4" marL="2286000" algn="l">
              <a:spcBef>
                <a:spcPts val="1100"/>
              </a:spcBef>
              <a:spcAft>
                <a:spcPts val="0"/>
              </a:spcAft>
              <a:buSzPts val="1234"/>
              <a:buNone/>
              <a:defRPr sz="1543">
                <a:solidFill>
                  <a:srgbClr val="888888"/>
                </a:solidFill>
              </a:defRPr>
            </a:lvl5pPr>
            <a:lvl6pPr indent="-228600" lvl="5" marL="2743200" algn="l">
              <a:spcBef>
                <a:spcPts val="1102"/>
              </a:spcBef>
              <a:spcAft>
                <a:spcPts val="0"/>
              </a:spcAft>
              <a:buSzPts val="1234"/>
              <a:buNone/>
              <a:defRPr sz="1543">
                <a:solidFill>
                  <a:srgbClr val="888888"/>
                </a:solidFill>
              </a:defRPr>
            </a:lvl6pPr>
            <a:lvl7pPr indent="-228600" lvl="6" marL="3200400" algn="l">
              <a:spcBef>
                <a:spcPts val="1102"/>
              </a:spcBef>
              <a:spcAft>
                <a:spcPts val="0"/>
              </a:spcAft>
              <a:buSzPts val="1234"/>
              <a:buNone/>
              <a:defRPr sz="1543">
                <a:solidFill>
                  <a:srgbClr val="888888"/>
                </a:solidFill>
              </a:defRPr>
            </a:lvl7pPr>
            <a:lvl8pPr indent="-228600" lvl="7" marL="3657600" algn="l">
              <a:spcBef>
                <a:spcPts val="1102"/>
              </a:spcBef>
              <a:spcAft>
                <a:spcPts val="0"/>
              </a:spcAft>
              <a:buSzPts val="1234"/>
              <a:buNone/>
              <a:defRPr sz="1543">
                <a:solidFill>
                  <a:srgbClr val="888888"/>
                </a:solidFill>
              </a:defRPr>
            </a:lvl8pPr>
            <a:lvl9pPr indent="-228600" lvl="8" marL="4114800" algn="l">
              <a:spcBef>
                <a:spcPts val="1102"/>
              </a:spcBef>
              <a:spcAft>
                <a:spcPts val="0"/>
              </a:spcAft>
              <a:buSzPts val="1234"/>
              <a:buNone/>
              <a:defRPr sz="1543">
                <a:solidFill>
                  <a:srgbClr val="888888"/>
                </a:solidFill>
              </a:defRPr>
            </a:lvl9pPr>
          </a:lstStyle>
          <a:p/>
        </p:txBody>
      </p:sp>
      <p:sp>
        <p:nvSpPr>
          <p:cNvPr id="60" name="Google Shape;60;p7"/>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7"/>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7"/>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8"/>
          <p:cNvSpPr txBox="1"/>
          <p:nvPr>
            <p:ph type="title"/>
          </p:nvPr>
        </p:nvSpPr>
        <p:spPr>
          <a:xfrm>
            <a:off x="672041" y="5291772"/>
            <a:ext cx="6997914" cy="624724"/>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0" sz="2646"/>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8"/>
          <p:cNvSpPr/>
          <p:nvPr>
            <p:ph idx="2" type="pic"/>
          </p:nvPr>
        </p:nvSpPr>
        <p:spPr>
          <a:xfrm>
            <a:off x="672041" y="671971"/>
            <a:ext cx="6997914" cy="4239192"/>
          </a:xfrm>
          <a:prstGeom prst="rect">
            <a:avLst/>
          </a:prstGeom>
          <a:noFill/>
          <a:ln>
            <a:noFill/>
          </a:ln>
        </p:spPr>
      </p:sp>
      <p:sp>
        <p:nvSpPr>
          <p:cNvPr id="66" name="Google Shape;66;p8"/>
          <p:cNvSpPr txBox="1"/>
          <p:nvPr>
            <p:ph idx="1" type="body"/>
          </p:nvPr>
        </p:nvSpPr>
        <p:spPr>
          <a:xfrm>
            <a:off x="672041" y="5916496"/>
            <a:ext cx="6997914" cy="742987"/>
          </a:xfrm>
          <a:prstGeom prst="rect">
            <a:avLst/>
          </a:prstGeom>
          <a:noFill/>
          <a:ln>
            <a:noFill/>
          </a:ln>
        </p:spPr>
        <p:txBody>
          <a:bodyPr anchorCtr="0" anchor="t" bIns="45700" lIns="91425" spcFirstLastPara="1" rIns="91425" wrap="square" tIns="45700">
            <a:noAutofit/>
          </a:bodyPr>
          <a:lstStyle>
            <a:lvl1pPr indent="-228600" lvl="0" marL="457200" algn="l">
              <a:spcBef>
                <a:spcPts val="1100"/>
              </a:spcBef>
              <a:spcAft>
                <a:spcPts val="0"/>
              </a:spcAft>
              <a:buSzPts val="1058"/>
              <a:buNone/>
              <a:defRPr sz="1323"/>
            </a:lvl1pPr>
            <a:lvl2pPr indent="-228600" lvl="1" marL="914400" algn="l">
              <a:spcBef>
                <a:spcPts val="1100"/>
              </a:spcBef>
              <a:spcAft>
                <a:spcPts val="0"/>
              </a:spcAft>
              <a:buSzPts val="1058"/>
              <a:buNone/>
              <a:defRPr sz="1323"/>
            </a:lvl2pPr>
            <a:lvl3pPr indent="-228600" lvl="2" marL="1371600" algn="l">
              <a:spcBef>
                <a:spcPts val="1100"/>
              </a:spcBef>
              <a:spcAft>
                <a:spcPts val="0"/>
              </a:spcAft>
              <a:buSzPts val="882"/>
              <a:buNone/>
              <a:defRPr sz="1102"/>
            </a:lvl3pPr>
            <a:lvl4pPr indent="-228600" lvl="3" marL="1828800" algn="l">
              <a:spcBef>
                <a:spcPts val="1100"/>
              </a:spcBef>
              <a:spcAft>
                <a:spcPts val="0"/>
              </a:spcAft>
              <a:buSzPts val="794"/>
              <a:buNone/>
              <a:defRPr sz="992"/>
            </a:lvl4pPr>
            <a:lvl5pPr indent="-228600" lvl="4" marL="2286000" algn="l">
              <a:spcBef>
                <a:spcPts val="1100"/>
              </a:spcBef>
              <a:spcAft>
                <a:spcPts val="0"/>
              </a:spcAft>
              <a:buSzPts val="794"/>
              <a:buNone/>
              <a:defRPr sz="992"/>
            </a:lvl5pPr>
            <a:lvl6pPr indent="-228600" lvl="5" marL="2743200" algn="l">
              <a:spcBef>
                <a:spcPts val="1102"/>
              </a:spcBef>
              <a:spcAft>
                <a:spcPts val="0"/>
              </a:spcAft>
              <a:buSzPts val="794"/>
              <a:buNone/>
              <a:defRPr sz="992"/>
            </a:lvl6pPr>
            <a:lvl7pPr indent="-228600" lvl="6" marL="3200400" algn="l">
              <a:spcBef>
                <a:spcPts val="1102"/>
              </a:spcBef>
              <a:spcAft>
                <a:spcPts val="0"/>
              </a:spcAft>
              <a:buSzPts val="794"/>
              <a:buNone/>
              <a:defRPr sz="992"/>
            </a:lvl7pPr>
            <a:lvl8pPr indent="-228600" lvl="7" marL="3657600" algn="l">
              <a:spcBef>
                <a:spcPts val="1102"/>
              </a:spcBef>
              <a:spcAft>
                <a:spcPts val="0"/>
              </a:spcAft>
              <a:buSzPts val="794"/>
              <a:buNone/>
              <a:defRPr sz="992"/>
            </a:lvl8pPr>
            <a:lvl9pPr indent="-228600" lvl="8" marL="4114800" algn="l">
              <a:spcBef>
                <a:spcPts val="1102"/>
              </a:spcBef>
              <a:spcAft>
                <a:spcPts val="0"/>
              </a:spcAft>
              <a:buSzPts val="794"/>
              <a:buNone/>
              <a:defRPr sz="992"/>
            </a:lvl9pPr>
          </a:lstStyle>
          <a:p/>
        </p:txBody>
      </p:sp>
      <p:sp>
        <p:nvSpPr>
          <p:cNvPr id="67" name="Google Shape;67;p8"/>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8"/>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8"/>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9"/>
          <p:cNvSpPr txBox="1"/>
          <p:nvPr>
            <p:ph type="title"/>
          </p:nvPr>
        </p:nvSpPr>
        <p:spPr>
          <a:xfrm>
            <a:off x="672041" y="1651933"/>
            <a:ext cx="3075982" cy="140927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205"/>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9"/>
          <p:cNvSpPr txBox="1"/>
          <p:nvPr>
            <p:ph idx="1" type="body"/>
          </p:nvPr>
        </p:nvSpPr>
        <p:spPr>
          <a:xfrm>
            <a:off x="3937083" y="567610"/>
            <a:ext cx="3732871" cy="6091873"/>
          </a:xfrm>
          <a:prstGeom prst="rect">
            <a:avLst/>
          </a:prstGeom>
          <a:noFill/>
          <a:ln>
            <a:noFill/>
          </a:ln>
        </p:spPr>
        <p:txBody>
          <a:bodyPr anchorCtr="0" anchor="t" bIns="45700" lIns="91425" spcFirstLastPara="1" rIns="91425" wrap="square" tIns="45700">
            <a:noAutofit/>
          </a:bodyPr>
          <a:lstStyle>
            <a:lvl1pPr indent="-320040" lvl="0" marL="457200" algn="l">
              <a:spcBef>
                <a:spcPts val="1100"/>
              </a:spcBef>
              <a:spcAft>
                <a:spcPts val="0"/>
              </a:spcAft>
              <a:buSzPts val="1440"/>
              <a:buChar char="►"/>
              <a:defRPr/>
            </a:lvl1pPr>
            <a:lvl2pPr indent="-320040" lvl="1" marL="914400" algn="l">
              <a:spcBef>
                <a:spcPts val="1100"/>
              </a:spcBef>
              <a:spcAft>
                <a:spcPts val="0"/>
              </a:spcAft>
              <a:buSzPts val="1440"/>
              <a:buChar char="►"/>
              <a:defRPr/>
            </a:lvl2pPr>
            <a:lvl3pPr indent="-320040" lvl="2" marL="1371600" algn="l">
              <a:spcBef>
                <a:spcPts val="1100"/>
              </a:spcBef>
              <a:spcAft>
                <a:spcPts val="0"/>
              </a:spcAft>
              <a:buSzPts val="1440"/>
              <a:buChar char="►"/>
              <a:defRPr/>
            </a:lvl3pPr>
            <a:lvl4pPr indent="-320040" lvl="3" marL="1828800" algn="l">
              <a:spcBef>
                <a:spcPts val="1100"/>
              </a:spcBef>
              <a:spcAft>
                <a:spcPts val="0"/>
              </a:spcAft>
              <a:buSzPts val="1440"/>
              <a:buChar char="►"/>
              <a:defRPr/>
            </a:lvl4pPr>
            <a:lvl5pPr indent="-320040" lvl="4" marL="2286000" algn="l">
              <a:spcBef>
                <a:spcPts val="1100"/>
              </a:spcBef>
              <a:spcAft>
                <a:spcPts val="0"/>
              </a:spcAft>
              <a:buSzPts val="1440"/>
              <a:buChar char="►"/>
              <a:defRPr/>
            </a:lvl5pPr>
            <a:lvl6pPr indent="-320040" lvl="5" marL="2743200" algn="l">
              <a:spcBef>
                <a:spcPts val="1102"/>
              </a:spcBef>
              <a:spcAft>
                <a:spcPts val="0"/>
              </a:spcAft>
              <a:buSzPts val="1440"/>
              <a:buChar char="►"/>
              <a:defRPr/>
            </a:lvl6pPr>
            <a:lvl7pPr indent="-320040" lvl="6" marL="3200400" algn="l">
              <a:spcBef>
                <a:spcPts val="1102"/>
              </a:spcBef>
              <a:spcAft>
                <a:spcPts val="0"/>
              </a:spcAft>
              <a:buSzPts val="1440"/>
              <a:buChar char="►"/>
              <a:defRPr/>
            </a:lvl7pPr>
            <a:lvl8pPr indent="-320040" lvl="7" marL="3657600" algn="l">
              <a:spcBef>
                <a:spcPts val="1102"/>
              </a:spcBef>
              <a:spcAft>
                <a:spcPts val="0"/>
              </a:spcAft>
              <a:buSzPts val="1440"/>
              <a:buChar char="►"/>
              <a:defRPr/>
            </a:lvl8pPr>
            <a:lvl9pPr indent="-320040" lvl="8" marL="4114800" algn="l">
              <a:spcBef>
                <a:spcPts val="1102"/>
              </a:spcBef>
              <a:spcAft>
                <a:spcPts val="0"/>
              </a:spcAft>
              <a:buSzPts val="1440"/>
              <a:buChar char="►"/>
              <a:defRPr/>
            </a:lvl9pPr>
          </a:lstStyle>
          <a:p/>
        </p:txBody>
      </p:sp>
      <p:sp>
        <p:nvSpPr>
          <p:cNvPr id="73" name="Google Shape;73;p9"/>
          <p:cNvSpPr txBox="1"/>
          <p:nvPr>
            <p:ph idx="2" type="body"/>
          </p:nvPr>
        </p:nvSpPr>
        <p:spPr>
          <a:xfrm>
            <a:off x="672041" y="3061205"/>
            <a:ext cx="3075982" cy="2848876"/>
          </a:xfrm>
          <a:prstGeom prst="rect">
            <a:avLst/>
          </a:prstGeom>
          <a:noFill/>
          <a:ln>
            <a:noFill/>
          </a:ln>
        </p:spPr>
        <p:txBody>
          <a:bodyPr anchorCtr="0" anchor="t" bIns="45700" lIns="91425" spcFirstLastPara="1" rIns="91425" wrap="square" tIns="45700">
            <a:noAutofit/>
          </a:bodyPr>
          <a:lstStyle>
            <a:lvl1pPr indent="-228600" lvl="0" marL="457200" algn="l">
              <a:spcBef>
                <a:spcPts val="1100"/>
              </a:spcBef>
              <a:spcAft>
                <a:spcPts val="0"/>
              </a:spcAft>
              <a:buSzPts val="1234"/>
              <a:buNone/>
              <a:defRPr sz="1543"/>
            </a:lvl1pPr>
            <a:lvl2pPr indent="-228600" lvl="1" marL="914400" algn="l">
              <a:spcBef>
                <a:spcPts val="1100"/>
              </a:spcBef>
              <a:spcAft>
                <a:spcPts val="0"/>
              </a:spcAft>
              <a:buSzPts val="926"/>
              <a:buNone/>
              <a:defRPr sz="1157"/>
            </a:lvl2pPr>
            <a:lvl3pPr indent="-228600" lvl="2" marL="1371600" algn="l">
              <a:spcBef>
                <a:spcPts val="1100"/>
              </a:spcBef>
              <a:spcAft>
                <a:spcPts val="0"/>
              </a:spcAft>
              <a:buSzPts val="794"/>
              <a:buNone/>
              <a:defRPr sz="992"/>
            </a:lvl3pPr>
            <a:lvl4pPr indent="-228600" lvl="3" marL="1828800" algn="l">
              <a:spcBef>
                <a:spcPts val="1100"/>
              </a:spcBef>
              <a:spcAft>
                <a:spcPts val="0"/>
              </a:spcAft>
              <a:buSzPts val="662"/>
              <a:buNone/>
              <a:defRPr sz="827"/>
            </a:lvl4pPr>
            <a:lvl5pPr indent="-228600" lvl="4" marL="2286000" algn="l">
              <a:spcBef>
                <a:spcPts val="1100"/>
              </a:spcBef>
              <a:spcAft>
                <a:spcPts val="0"/>
              </a:spcAft>
              <a:buSzPts val="662"/>
              <a:buNone/>
              <a:defRPr sz="827"/>
            </a:lvl5pPr>
            <a:lvl6pPr indent="-228600" lvl="5" marL="2743200" algn="l">
              <a:spcBef>
                <a:spcPts val="1102"/>
              </a:spcBef>
              <a:spcAft>
                <a:spcPts val="0"/>
              </a:spcAft>
              <a:buSzPts val="662"/>
              <a:buNone/>
              <a:defRPr sz="827"/>
            </a:lvl6pPr>
            <a:lvl7pPr indent="-228600" lvl="6" marL="3200400" algn="l">
              <a:spcBef>
                <a:spcPts val="1102"/>
              </a:spcBef>
              <a:spcAft>
                <a:spcPts val="0"/>
              </a:spcAft>
              <a:buSzPts val="662"/>
              <a:buNone/>
              <a:defRPr sz="827"/>
            </a:lvl7pPr>
            <a:lvl8pPr indent="-228600" lvl="7" marL="3657600" algn="l">
              <a:spcBef>
                <a:spcPts val="1102"/>
              </a:spcBef>
              <a:spcAft>
                <a:spcPts val="0"/>
              </a:spcAft>
              <a:buSzPts val="662"/>
              <a:buNone/>
              <a:defRPr sz="827"/>
            </a:lvl8pPr>
            <a:lvl9pPr indent="-228600" lvl="8" marL="4114800" algn="l">
              <a:spcBef>
                <a:spcPts val="1102"/>
              </a:spcBef>
              <a:spcAft>
                <a:spcPts val="0"/>
              </a:spcAft>
              <a:buSzPts val="662"/>
              <a:buNone/>
              <a:defRPr sz="827"/>
            </a:lvl9pPr>
          </a:lstStyle>
          <a:p/>
        </p:txBody>
      </p:sp>
      <p:sp>
        <p:nvSpPr>
          <p:cNvPr id="74" name="Google Shape;74;p9"/>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9"/>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9"/>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7" name="Shape 77"/>
        <p:cNvGrpSpPr/>
        <p:nvPr/>
      </p:nvGrpSpPr>
      <p:grpSpPr>
        <a:xfrm>
          <a:off x="0" y="0"/>
          <a:ext cx="0" cy="0"/>
          <a:chOff x="0" y="0"/>
          <a:chExt cx="0" cy="0"/>
        </a:xfrm>
      </p:grpSpPr>
      <p:sp>
        <p:nvSpPr>
          <p:cNvPr id="78" name="Google Shape;78;p10"/>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0"/>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0"/>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1"/>
          <p:cNvSpPr txBox="1"/>
          <p:nvPr>
            <p:ph type="title"/>
          </p:nvPr>
        </p:nvSpPr>
        <p:spPr>
          <a:xfrm>
            <a:off x="672041" y="671971"/>
            <a:ext cx="6997914" cy="145593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1"/>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1"/>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6" name="Shape 86"/>
        <p:cNvGrpSpPr/>
        <p:nvPr/>
      </p:nvGrpSpPr>
      <p:grpSpPr>
        <a:xfrm>
          <a:off x="0" y="0"/>
          <a:ext cx="0" cy="0"/>
          <a:chOff x="0" y="0"/>
          <a:chExt cx="0" cy="0"/>
        </a:xfrm>
      </p:grpSpPr>
      <p:sp>
        <p:nvSpPr>
          <p:cNvPr id="87" name="Google Shape;87;p12"/>
          <p:cNvSpPr txBox="1"/>
          <p:nvPr>
            <p:ph type="title"/>
          </p:nvPr>
        </p:nvSpPr>
        <p:spPr>
          <a:xfrm>
            <a:off x="672041" y="671971"/>
            <a:ext cx="6997913" cy="145593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2"/>
          <p:cNvSpPr txBox="1"/>
          <p:nvPr>
            <p:ph idx="1" type="body"/>
          </p:nvPr>
        </p:nvSpPr>
        <p:spPr>
          <a:xfrm>
            <a:off x="672041" y="2382084"/>
            <a:ext cx="3407251" cy="635222"/>
          </a:xfrm>
          <a:prstGeom prst="rect">
            <a:avLst/>
          </a:prstGeom>
          <a:noFill/>
          <a:ln>
            <a:noFill/>
          </a:ln>
        </p:spPr>
        <p:txBody>
          <a:bodyPr anchorCtr="0" anchor="b" bIns="45700" lIns="91425" spcFirstLastPara="1" rIns="91425" wrap="square" tIns="45700">
            <a:noAutofit/>
          </a:bodyPr>
          <a:lstStyle>
            <a:lvl1pPr indent="-228600" lvl="0" marL="457200" algn="l">
              <a:spcBef>
                <a:spcPts val="1100"/>
              </a:spcBef>
              <a:spcAft>
                <a:spcPts val="0"/>
              </a:spcAft>
              <a:buSzPts val="2117"/>
              <a:buNone/>
              <a:defRPr b="0" sz="2646"/>
            </a:lvl1pPr>
            <a:lvl2pPr indent="-228600" lvl="1" marL="914400" algn="l">
              <a:spcBef>
                <a:spcPts val="1100"/>
              </a:spcBef>
              <a:spcAft>
                <a:spcPts val="0"/>
              </a:spcAft>
              <a:buSzPts val="1764"/>
              <a:buNone/>
              <a:defRPr b="1" sz="2205"/>
            </a:lvl2pPr>
            <a:lvl3pPr indent="-228600" lvl="2" marL="1371600" algn="l">
              <a:spcBef>
                <a:spcPts val="1100"/>
              </a:spcBef>
              <a:spcAft>
                <a:spcPts val="0"/>
              </a:spcAft>
              <a:buSzPts val="1587"/>
              <a:buNone/>
              <a:defRPr b="1" sz="1984"/>
            </a:lvl3pPr>
            <a:lvl4pPr indent="-228600" lvl="3" marL="1828800" algn="l">
              <a:spcBef>
                <a:spcPts val="1100"/>
              </a:spcBef>
              <a:spcAft>
                <a:spcPts val="0"/>
              </a:spcAft>
              <a:buSzPts val="1411"/>
              <a:buNone/>
              <a:defRPr b="1" sz="1764"/>
            </a:lvl4pPr>
            <a:lvl5pPr indent="-228600" lvl="4" marL="2286000" algn="l">
              <a:spcBef>
                <a:spcPts val="1100"/>
              </a:spcBef>
              <a:spcAft>
                <a:spcPts val="0"/>
              </a:spcAft>
              <a:buSzPts val="1411"/>
              <a:buNone/>
              <a:defRPr b="1" sz="1764"/>
            </a:lvl5pPr>
            <a:lvl6pPr indent="-228600" lvl="5" marL="2743200" algn="l">
              <a:spcBef>
                <a:spcPts val="1102"/>
              </a:spcBef>
              <a:spcAft>
                <a:spcPts val="0"/>
              </a:spcAft>
              <a:buSzPts val="1411"/>
              <a:buNone/>
              <a:defRPr b="1" sz="1764"/>
            </a:lvl6pPr>
            <a:lvl7pPr indent="-228600" lvl="6" marL="3200400" algn="l">
              <a:spcBef>
                <a:spcPts val="1102"/>
              </a:spcBef>
              <a:spcAft>
                <a:spcPts val="0"/>
              </a:spcAft>
              <a:buSzPts val="1411"/>
              <a:buNone/>
              <a:defRPr b="1" sz="1764"/>
            </a:lvl7pPr>
            <a:lvl8pPr indent="-228600" lvl="7" marL="3657600" algn="l">
              <a:spcBef>
                <a:spcPts val="1102"/>
              </a:spcBef>
              <a:spcAft>
                <a:spcPts val="0"/>
              </a:spcAft>
              <a:buSzPts val="1411"/>
              <a:buNone/>
              <a:defRPr b="1" sz="1764"/>
            </a:lvl8pPr>
            <a:lvl9pPr indent="-228600" lvl="8" marL="4114800" algn="l">
              <a:spcBef>
                <a:spcPts val="1102"/>
              </a:spcBef>
              <a:spcAft>
                <a:spcPts val="0"/>
              </a:spcAft>
              <a:buSzPts val="1411"/>
              <a:buNone/>
              <a:defRPr b="1" sz="1764"/>
            </a:lvl9pPr>
          </a:lstStyle>
          <a:p/>
        </p:txBody>
      </p:sp>
      <p:sp>
        <p:nvSpPr>
          <p:cNvPr id="89" name="Google Shape;89;p12"/>
          <p:cNvSpPr txBox="1"/>
          <p:nvPr>
            <p:ph idx="2" type="body"/>
          </p:nvPr>
        </p:nvSpPr>
        <p:spPr>
          <a:xfrm>
            <a:off x="672041" y="3017307"/>
            <a:ext cx="3407251" cy="3642177"/>
          </a:xfrm>
          <a:prstGeom prst="rect">
            <a:avLst/>
          </a:prstGeom>
          <a:noFill/>
          <a:ln>
            <a:noFill/>
          </a:ln>
        </p:spPr>
        <p:txBody>
          <a:bodyPr anchorCtr="0" anchor="t" bIns="45700" lIns="91425" spcFirstLastPara="1" rIns="91425" wrap="square" tIns="45700">
            <a:noAutofit/>
          </a:bodyPr>
          <a:lstStyle>
            <a:lvl1pPr indent="-320040" lvl="0" marL="457200" algn="l">
              <a:spcBef>
                <a:spcPts val="1100"/>
              </a:spcBef>
              <a:spcAft>
                <a:spcPts val="0"/>
              </a:spcAft>
              <a:buSzPts val="1440"/>
              <a:buChar char="►"/>
              <a:defRPr/>
            </a:lvl1pPr>
            <a:lvl2pPr indent="-320040" lvl="1" marL="914400" algn="l">
              <a:spcBef>
                <a:spcPts val="1100"/>
              </a:spcBef>
              <a:spcAft>
                <a:spcPts val="0"/>
              </a:spcAft>
              <a:buSzPts val="1440"/>
              <a:buChar char="►"/>
              <a:defRPr/>
            </a:lvl2pPr>
            <a:lvl3pPr indent="-320040" lvl="2" marL="1371600" algn="l">
              <a:spcBef>
                <a:spcPts val="1100"/>
              </a:spcBef>
              <a:spcAft>
                <a:spcPts val="0"/>
              </a:spcAft>
              <a:buSzPts val="1440"/>
              <a:buChar char="►"/>
              <a:defRPr/>
            </a:lvl3pPr>
            <a:lvl4pPr indent="-320040" lvl="3" marL="1828800" algn="l">
              <a:spcBef>
                <a:spcPts val="1100"/>
              </a:spcBef>
              <a:spcAft>
                <a:spcPts val="0"/>
              </a:spcAft>
              <a:buSzPts val="1440"/>
              <a:buChar char="►"/>
              <a:defRPr/>
            </a:lvl4pPr>
            <a:lvl5pPr indent="-320040" lvl="4" marL="2286000" algn="l">
              <a:spcBef>
                <a:spcPts val="1100"/>
              </a:spcBef>
              <a:spcAft>
                <a:spcPts val="0"/>
              </a:spcAft>
              <a:buSzPts val="1440"/>
              <a:buChar char="►"/>
              <a:defRPr/>
            </a:lvl5pPr>
            <a:lvl6pPr indent="-320040" lvl="5" marL="2743200" algn="l">
              <a:spcBef>
                <a:spcPts val="1102"/>
              </a:spcBef>
              <a:spcAft>
                <a:spcPts val="0"/>
              </a:spcAft>
              <a:buSzPts val="1440"/>
              <a:buChar char="►"/>
              <a:defRPr/>
            </a:lvl6pPr>
            <a:lvl7pPr indent="-320040" lvl="6" marL="3200400" algn="l">
              <a:spcBef>
                <a:spcPts val="1102"/>
              </a:spcBef>
              <a:spcAft>
                <a:spcPts val="0"/>
              </a:spcAft>
              <a:buSzPts val="1440"/>
              <a:buChar char="►"/>
              <a:defRPr/>
            </a:lvl7pPr>
            <a:lvl8pPr indent="-320040" lvl="7" marL="3657600" algn="l">
              <a:spcBef>
                <a:spcPts val="1102"/>
              </a:spcBef>
              <a:spcAft>
                <a:spcPts val="0"/>
              </a:spcAft>
              <a:buSzPts val="1440"/>
              <a:buChar char="►"/>
              <a:defRPr/>
            </a:lvl8pPr>
            <a:lvl9pPr indent="-320040" lvl="8" marL="4114800" algn="l">
              <a:spcBef>
                <a:spcPts val="1102"/>
              </a:spcBef>
              <a:spcAft>
                <a:spcPts val="0"/>
              </a:spcAft>
              <a:buSzPts val="1440"/>
              <a:buChar char="►"/>
              <a:defRPr/>
            </a:lvl9pPr>
          </a:lstStyle>
          <a:p/>
        </p:txBody>
      </p:sp>
      <p:sp>
        <p:nvSpPr>
          <p:cNvPr id="90" name="Google Shape;90;p12"/>
          <p:cNvSpPr txBox="1"/>
          <p:nvPr>
            <p:ph idx="3" type="body"/>
          </p:nvPr>
        </p:nvSpPr>
        <p:spPr>
          <a:xfrm>
            <a:off x="4262702" y="2382084"/>
            <a:ext cx="3407251" cy="635222"/>
          </a:xfrm>
          <a:prstGeom prst="rect">
            <a:avLst/>
          </a:prstGeom>
          <a:noFill/>
          <a:ln>
            <a:noFill/>
          </a:ln>
        </p:spPr>
        <p:txBody>
          <a:bodyPr anchorCtr="0" anchor="b" bIns="45700" lIns="91425" spcFirstLastPara="1" rIns="91425" wrap="square" tIns="45700">
            <a:noAutofit/>
          </a:bodyPr>
          <a:lstStyle>
            <a:lvl1pPr indent="-228600" lvl="0" marL="457200" algn="l">
              <a:spcBef>
                <a:spcPts val="1100"/>
              </a:spcBef>
              <a:spcAft>
                <a:spcPts val="0"/>
              </a:spcAft>
              <a:buSzPts val="2117"/>
              <a:buNone/>
              <a:defRPr b="0" sz="2646"/>
            </a:lvl1pPr>
            <a:lvl2pPr indent="-228600" lvl="1" marL="914400" algn="l">
              <a:spcBef>
                <a:spcPts val="1100"/>
              </a:spcBef>
              <a:spcAft>
                <a:spcPts val="0"/>
              </a:spcAft>
              <a:buSzPts val="1764"/>
              <a:buNone/>
              <a:defRPr b="1" sz="2205"/>
            </a:lvl2pPr>
            <a:lvl3pPr indent="-228600" lvl="2" marL="1371600" algn="l">
              <a:spcBef>
                <a:spcPts val="1100"/>
              </a:spcBef>
              <a:spcAft>
                <a:spcPts val="0"/>
              </a:spcAft>
              <a:buSzPts val="1587"/>
              <a:buNone/>
              <a:defRPr b="1" sz="1984"/>
            </a:lvl3pPr>
            <a:lvl4pPr indent="-228600" lvl="3" marL="1828800" algn="l">
              <a:spcBef>
                <a:spcPts val="1100"/>
              </a:spcBef>
              <a:spcAft>
                <a:spcPts val="0"/>
              </a:spcAft>
              <a:buSzPts val="1411"/>
              <a:buNone/>
              <a:defRPr b="1" sz="1764"/>
            </a:lvl4pPr>
            <a:lvl5pPr indent="-228600" lvl="4" marL="2286000" algn="l">
              <a:spcBef>
                <a:spcPts val="1100"/>
              </a:spcBef>
              <a:spcAft>
                <a:spcPts val="0"/>
              </a:spcAft>
              <a:buSzPts val="1411"/>
              <a:buNone/>
              <a:defRPr b="1" sz="1764"/>
            </a:lvl5pPr>
            <a:lvl6pPr indent="-228600" lvl="5" marL="2743200" algn="l">
              <a:spcBef>
                <a:spcPts val="1102"/>
              </a:spcBef>
              <a:spcAft>
                <a:spcPts val="0"/>
              </a:spcAft>
              <a:buSzPts val="1411"/>
              <a:buNone/>
              <a:defRPr b="1" sz="1764"/>
            </a:lvl6pPr>
            <a:lvl7pPr indent="-228600" lvl="6" marL="3200400" algn="l">
              <a:spcBef>
                <a:spcPts val="1102"/>
              </a:spcBef>
              <a:spcAft>
                <a:spcPts val="0"/>
              </a:spcAft>
              <a:buSzPts val="1411"/>
              <a:buNone/>
              <a:defRPr b="1" sz="1764"/>
            </a:lvl7pPr>
            <a:lvl8pPr indent="-228600" lvl="7" marL="3657600" algn="l">
              <a:spcBef>
                <a:spcPts val="1102"/>
              </a:spcBef>
              <a:spcAft>
                <a:spcPts val="0"/>
              </a:spcAft>
              <a:buSzPts val="1411"/>
              <a:buNone/>
              <a:defRPr b="1" sz="1764"/>
            </a:lvl8pPr>
            <a:lvl9pPr indent="-228600" lvl="8" marL="4114800" algn="l">
              <a:spcBef>
                <a:spcPts val="1102"/>
              </a:spcBef>
              <a:spcAft>
                <a:spcPts val="0"/>
              </a:spcAft>
              <a:buSzPts val="1411"/>
              <a:buNone/>
              <a:defRPr b="1" sz="1764"/>
            </a:lvl9pPr>
          </a:lstStyle>
          <a:p/>
        </p:txBody>
      </p:sp>
      <p:sp>
        <p:nvSpPr>
          <p:cNvPr id="91" name="Google Shape;91;p12"/>
          <p:cNvSpPr txBox="1"/>
          <p:nvPr>
            <p:ph idx="4" type="body"/>
          </p:nvPr>
        </p:nvSpPr>
        <p:spPr>
          <a:xfrm>
            <a:off x="4262702" y="3017307"/>
            <a:ext cx="3407251" cy="3642177"/>
          </a:xfrm>
          <a:prstGeom prst="rect">
            <a:avLst/>
          </a:prstGeom>
          <a:noFill/>
          <a:ln>
            <a:noFill/>
          </a:ln>
        </p:spPr>
        <p:txBody>
          <a:bodyPr anchorCtr="0" anchor="t" bIns="45700" lIns="91425" spcFirstLastPara="1" rIns="91425" wrap="square" tIns="45700">
            <a:noAutofit/>
          </a:bodyPr>
          <a:lstStyle>
            <a:lvl1pPr indent="-320040" lvl="0" marL="457200" algn="l">
              <a:spcBef>
                <a:spcPts val="1100"/>
              </a:spcBef>
              <a:spcAft>
                <a:spcPts val="0"/>
              </a:spcAft>
              <a:buSzPts val="1440"/>
              <a:buChar char="►"/>
              <a:defRPr/>
            </a:lvl1pPr>
            <a:lvl2pPr indent="-320040" lvl="1" marL="914400" algn="l">
              <a:spcBef>
                <a:spcPts val="1100"/>
              </a:spcBef>
              <a:spcAft>
                <a:spcPts val="0"/>
              </a:spcAft>
              <a:buSzPts val="1440"/>
              <a:buChar char="►"/>
              <a:defRPr/>
            </a:lvl2pPr>
            <a:lvl3pPr indent="-320040" lvl="2" marL="1371600" algn="l">
              <a:spcBef>
                <a:spcPts val="1100"/>
              </a:spcBef>
              <a:spcAft>
                <a:spcPts val="0"/>
              </a:spcAft>
              <a:buSzPts val="1440"/>
              <a:buChar char="►"/>
              <a:defRPr/>
            </a:lvl3pPr>
            <a:lvl4pPr indent="-320040" lvl="3" marL="1828800" algn="l">
              <a:spcBef>
                <a:spcPts val="1100"/>
              </a:spcBef>
              <a:spcAft>
                <a:spcPts val="0"/>
              </a:spcAft>
              <a:buSzPts val="1440"/>
              <a:buChar char="►"/>
              <a:defRPr/>
            </a:lvl4pPr>
            <a:lvl5pPr indent="-320040" lvl="4" marL="2286000" algn="l">
              <a:spcBef>
                <a:spcPts val="1100"/>
              </a:spcBef>
              <a:spcAft>
                <a:spcPts val="0"/>
              </a:spcAft>
              <a:buSzPts val="1440"/>
              <a:buChar char="►"/>
              <a:defRPr/>
            </a:lvl5pPr>
            <a:lvl6pPr indent="-320040" lvl="5" marL="2743200" algn="l">
              <a:spcBef>
                <a:spcPts val="1102"/>
              </a:spcBef>
              <a:spcAft>
                <a:spcPts val="0"/>
              </a:spcAft>
              <a:buSzPts val="1440"/>
              <a:buChar char="►"/>
              <a:defRPr/>
            </a:lvl6pPr>
            <a:lvl7pPr indent="-320040" lvl="6" marL="3200400" algn="l">
              <a:spcBef>
                <a:spcPts val="1102"/>
              </a:spcBef>
              <a:spcAft>
                <a:spcPts val="0"/>
              </a:spcAft>
              <a:buSzPts val="1440"/>
              <a:buChar char="►"/>
              <a:defRPr/>
            </a:lvl7pPr>
            <a:lvl8pPr indent="-320040" lvl="7" marL="3657600" algn="l">
              <a:spcBef>
                <a:spcPts val="1102"/>
              </a:spcBef>
              <a:spcAft>
                <a:spcPts val="0"/>
              </a:spcAft>
              <a:buSzPts val="1440"/>
              <a:buChar char="►"/>
              <a:defRPr/>
            </a:lvl8pPr>
            <a:lvl9pPr indent="-320040" lvl="8" marL="4114800" algn="l">
              <a:spcBef>
                <a:spcPts val="1102"/>
              </a:spcBef>
              <a:spcAft>
                <a:spcPts val="0"/>
              </a:spcAft>
              <a:buSzPts val="1440"/>
              <a:buChar char="►"/>
              <a:defRPr/>
            </a:lvl9pPr>
          </a:lstStyle>
          <a:p/>
        </p:txBody>
      </p:sp>
      <p:sp>
        <p:nvSpPr>
          <p:cNvPr id="92" name="Google Shape;92;p12"/>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2"/>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2"/>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5" name="Shape 95"/>
        <p:cNvGrpSpPr/>
        <p:nvPr/>
      </p:nvGrpSpPr>
      <p:grpSpPr>
        <a:xfrm>
          <a:off x="0" y="0"/>
          <a:ext cx="0" cy="0"/>
          <a:chOff x="0" y="0"/>
          <a:chExt cx="0" cy="0"/>
        </a:xfrm>
      </p:grpSpPr>
      <p:sp>
        <p:nvSpPr>
          <p:cNvPr id="96" name="Google Shape;96;p13"/>
          <p:cNvSpPr txBox="1"/>
          <p:nvPr>
            <p:ph type="title"/>
          </p:nvPr>
        </p:nvSpPr>
        <p:spPr>
          <a:xfrm>
            <a:off x="672042" y="671971"/>
            <a:ext cx="6997914" cy="145593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3"/>
          <p:cNvSpPr txBox="1"/>
          <p:nvPr>
            <p:ph idx="1" type="body"/>
          </p:nvPr>
        </p:nvSpPr>
        <p:spPr>
          <a:xfrm>
            <a:off x="672042" y="2381649"/>
            <a:ext cx="3404426" cy="4277832"/>
          </a:xfrm>
          <a:prstGeom prst="rect">
            <a:avLst/>
          </a:prstGeom>
          <a:noFill/>
          <a:ln>
            <a:noFill/>
          </a:ln>
        </p:spPr>
        <p:txBody>
          <a:bodyPr anchorCtr="0" anchor="t" bIns="45700" lIns="91425" spcFirstLastPara="1" rIns="91425" wrap="square" tIns="45700">
            <a:noAutofit/>
          </a:bodyPr>
          <a:lstStyle>
            <a:lvl1pPr indent="-329387" lvl="0" marL="457200" algn="l">
              <a:spcBef>
                <a:spcPts val="1100"/>
              </a:spcBef>
              <a:spcAft>
                <a:spcPts val="0"/>
              </a:spcAft>
              <a:buSzPts val="1587"/>
              <a:buChar char="►"/>
              <a:defRPr sz="1984"/>
            </a:lvl1pPr>
            <a:lvl2pPr indent="-318211" lvl="1" marL="914400" algn="l">
              <a:spcBef>
                <a:spcPts val="1100"/>
              </a:spcBef>
              <a:spcAft>
                <a:spcPts val="0"/>
              </a:spcAft>
              <a:buSzPts val="1411"/>
              <a:buChar char="►"/>
              <a:defRPr sz="1764"/>
            </a:lvl2pPr>
            <a:lvl3pPr indent="-306984" lvl="2" marL="1371600" algn="l">
              <a:spcBef>
                <a:spcPts val="1100"/>
              </a:spcBef>
              <a:spcAft>
                <a:spcPts val="0"/>
              </a:spcAft>
              <a:buSzPts val="1234"/>
              <a:buChar char="►"/>
              <a:defRPr sz="1543"/>
            </a:lvl3pPr>
            <a:lvl4pPr indent="-295808" lvl="3" marL="1828800" algn="l">
              <a:spcBef>
                <a:spcPts val="1100"/>
              </a:spcBef>
              <a:spcAft>
                <a:spcPts val="0"/>
              </a:spcAft>
              <a:buSzPts val="1058"/>
              <a:buChar char="►"/>
              <a:defRPr sz="1323"/>
            </a:lvl4pPr>
            <a:lvl5pPr indent="-295808" lvl="4" marL="2286000" algn="l">
              <a:spcBef>
                <a:spcPts val="1100"/>
              </a:spcBef>
              <a:spcAft>
                <a:spcPts val="0"/>
              </a:spcAft>
              <a:buSzPts val="1058"/>
              <a:buChar char="►"/>
              <a:defRPr sz="1323"/>
            </a:lvl5pPr>
            <a:lvl6pPr indent="-295808" lvl="5" marL="2743200" algn="l">
              <a:spcBef>
                <a:spcPts val="1102"/>
              </a:spcBef>
              <a:spcAft>
                <a:spcPts val="0"/>
              </a:spcAft>
              <a:buSzPts val="1058"/>
              <a:buChar char="►"/>
              <a:defRPr sz="1323"/>
            </a:lvl6pPr>
            <a:lvl7pPr indent="-295808" lvl="6" marL="3200400" algn="l">
              <a:spcBef>
                <a:spcPts val="1102"/>
              </a:spcBef>
              <a:spcAft>
                <a:spcPts val="0"/>
              </a:spcAft>
              <a:buSzPts val="1058"/>
              <a:buChar char="►"/>
              <a:defRPr sz="1323"/>
            </a:lvl7pPr>
            <a:lvl8pPr indent="-295808" lvl="7" marL="3657600" algn="l">
              <a:spcBef>
                <a:spcPts val="1102"/>
              </a:spcBef>
              <a:spcAft>
                <a:spcPts val="0"/>
              </a:spcAft>
              <a:buSzPts val="1058"/>
              <a:buChar char="►"/>
              <a:defRPr sz="1323"/>
            </a:lvl8pPr>
            <a:lvl9pPr indent="-295808" lvl="8" marL="4114800" algn="l">
              <a:spcBef>
                <a:spcPts val="1102"/>
              </a:spcBef>
              <a:spcAft>
                <a:spcPts val="0"/>
              </a:spcAft>
              <a:buSzPts val="1058"/>
              <a:buChar char="►"/>
              <a:defRPr sz="1323"/>
            </a:lvl9pPr>
          </a:lstStyle>
          <a:p/>
        </p:txBody>
      </p:sp>
      <p:sp>
        <p:nvSpPr>
          <p:cNvPr id="98" name="Google Shape;98;p13"/>
          <p:cNvSpPr txBox="1"/>
          <p:nvPr>
            <p:ph idx="2" type="body"/>
          </p:nvPr>
        </p:nvSpPr>
        <p:spPr>
          <a:xfrm>
            <a:off x="4265529" y="2381651"/>
            <a:ext cx="3404427" cy="4277834"/>
          </a:xfrm>
          <a:prstGeom prst="rect">
            <a:avLst/>
          </a:prstGeom>
          <a:noFill/>
          <a:ln>
            <a:noFill/>
          </a:ln>
        </p:spPr>
        <p:txBody>
          <a:bodyPr anchorCtr="0" anchor="t" bIns="45700" lIns="91425" spcFirstLastPara="1" rIns="91425" wrap="square" tIns="45700">
            <a:noAutofit/>
          </a:bodyPr>
          <a:lstStyle>
            <a:lvl1pPr indent="-329387" lvl="0" marL="457200" algn="l">
              <a:spcBef>
                <a:spcPts val="1100"/>
              </a:spcBef>
              <a:spcAft>
                <a:spcPts val="0"/>
              </a:spcAft>
              <a:buSzPts val="1587"/>
              <a:buChar char="►"/>
              <a:defRPr sz="1984"/>
            </a:lvl1pPr>
            <a:lvl2pPr indent="-318211" lvl="1" marL="914400" algn="l">
              <a:spcBef>
                <a:spcPts val="1100"/>
              </a:spcBef>
              <a:spcAft>
                <a:spcPts val="0"/>
              </a:spcAft>
              <a:buSzPts val="1411"/>
              <a:buChar char="►"/>
              <a:defRPr sz="1764"/>
            </a:lvl2pPr>
            <a:lvl3pPr indent="-306984" lvl="2" marL="1371600" algn="l">
              <a:spcBef>
                <a:spcPts val="1100"/>
              </a:spcBef>
              <a:spcAft>
                <a:spcPts val="0"/>
              </a:spcAft>
              <a:buSzPts val="1234"/>
              <a:buChar char="►"/>
              <a:defRPr sz="1543"/>
            </a:lvl3pPr>
            <a:lvl4pPr indent="-295808" lvl="3" marL="1828800" algn="l">
              <a:spcBef>
                <a:spcPts val="1100"/>
              </a:spcBef>
              <a:spcAft>
                <a:spcPts val="0"/>
              </a:spcAft>
              <a:buSzPts val="1058"/>
              <a:buChar char="►"/>
              <a:defRPr sz="1323"/>
            </a:lvl4pPr>
            <a:lvl5pPr indent="-295808" lvl="4" marL="2286000" algn="l">
              <a:spcBef>
                <a:spcPts val="1100"/>
              </a:spcBef>
              <a:spcAft>
                <a:spcPts val="0"/>
              </a:spcAft>
              <a:buSzPts val="1058"/>
              <a:buChar char="►"/>
              <a:defRPr sz="1323"/>
            </a:lvl5pPr>
            <a:lvl6pPr indent="-295808" lvl="5" marL="2743200" algn="l">
              <a:spcBef>
                <a:spcPts val="1102"/>
              </a:spcBef>
              <a:spcAft>
                <a:spcPts val="0"/>
              </a:spcAft>
              <a:buSzPts val="1058"/>
              <a:buChar char="►"/>
              <a:defRPr sz="1323"/>
            </a:lvl6pPr>
            <a:lvl7pPr indent="-295808" lvl="6" marL="3200400" algn="l">
              <a:spcBef>
                <a:spcPts val="1102"/>
              </a:spcBef>
              <a:spcAft>
                <a:spcPts val="0"/>
              </a:spcAft>
              <a:buSzPts val="1058"/>
              <a:buChar char="►"/>
              <a:defRPr sz="1323"/>
            </a:lvl7pPr>
            <a:lvl8pPr indent="-295808" lvl="7" marL="3657600" algn="l">
              <a:spcBef>
                <a:spcPts val="1102"/>
              </a:spcBef>
              <a:spcAft>
                <a:spcPts val="0"/>
              </a:spcAft>
              <a:buSzPts val="1058"/>
              <a:buChar char="►"/>
              <a:defRPr sz="1323"/>
            </a:lvl8pPr>
            <a:lvl9pPr indent="-295808" lvl="8" marL="4114800" algn="l">
              <a:spcBef>
                <a:spcPts val="1102"/>
              </a:spcBef>
              <a:spcAft>
                <a:spcPts val="0"/>
              </a:spcAft>
              <a:buSzPts val="1058"/>
              <a:buChar char="►"/>
              <a:defRPr sz="1323"/>
            </a:lvl9pPr>
          </a:lstStyle>
          <a:p/>
        </p:txBody>
      </p:sp>
      <p:sp>
        <p:nvSpPr>
          <p:cNvPr id="99" name="Google Shape;99;p13"/>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3"/>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3"/>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14"/>
          <p:cNvSpPr txBox="1"/>
          <p:nvPr>
            <p:ph type="title"/>
          </p:nvPr>
        </p:nvSpPr>
        <p:spPr>
          <a:xfrm>
            <a:off x="672040" y="2977208"/>
            <a:ext cx="6997915" cy="201346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0" sz="4409"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4"/>
          <p:cNvSpPr txBox="1"/>
          <p:nvPr>
            <p:ph idx="1" type="body"/>
          </p:nvPr>
        </p:nvSpPr>
        <p:spPr>
          <a:xfrm>
            <a:off x="672040" y="4990673"/>
            <a:ext cx="6997915" cy="948432"/>
          </a:xfrm>
          <a:prstGeom prst="rect">
            <a:avLst/>
          </a:prstGeom>
          <a:noFill/>
          <a:ln>
            <a:noFill/>
          </a:ln>
        </p:spPr>
        <p:txBody>
          <a:bodyPr anchorCtr="0" anchor="t" bIns="45700" lIns="91425" spcFirstLastPara="1" rIns="91425" wrap="square" tIns="45700">
            <a:noAutofit/>
          </a:bodyPr>
          <a:lstStyle>
            <a:lvl1pPr indent="-228600" lvl="0" marL="457200" algn="l">
              <a:spcBef>
                <a:spcPts val="1100"/>
              </a:spcBef>
              <a:spcAft>
                <a:spcPts val="0"/>
              </a:spcAft>
              <a:buSzPts val="1764"/>
              <a:buNone/>
              <a:defRPr sz="2205">
                <a:solidFill>
                  <a:srgbClr val="7F7F7F"/>
                </a:solidFill>
              </a:defRPr>
            </a:lvl1pPr>
            <a:lvl2pPr indent="-228600" lvl="1" marL="914400" algn="l">
              <a:spcBef>
                <a:spcPts val="1100"/>
              </a:spcBef>
              <a:spcAft>
                <a:spcPts val="0"/>
              </a:spcAft>
              <a:buSzPts val="1587"/>
              <a:buNone/>
              <a:defRPr sz="1984">
                <a:solidFill>
                  <a:srgbClr val="888888"/>
                </a:solidFill>
              </a:defRPr>
            </a:lvl2pPr>
            <a:lvl3pPr indent="-228600" lvl="2" marL="1371600" algn="l">
              <a:spcBef>
                <a:spcPts val="1100"/>
              </a:spcBef>
              <a:spcAft>
                <a:spcPts val="0"/>
              </a:spcAft>
              <a:buSzPts val="1411"/>
              <a:buNone/>
              <a:defRPr sz="1764">
                <a:solidFill>
                  <a:srgbClr val="888888"/>
                </a:solidFill>
              </a:defRPr>
            </a:lvl3pPr>
            <a:lvl4pPr indent="-228600" lvl="3" marL="1828800" algn="l">
              <a:spcBef>
                <a:spcPts val="1100"/>
              </a:spcBef>
              <a:spcAft>
                <a:spcPts val="0"/>
              </a:spcAft>
              <a:buSzPts val="1234"/>
              <a:buNone/>
              <a:defRPr sz="1543">
                <a:solidFill>
                  <a:srgbClr val="888888"/>
                </a:solidFill>
              </a:defRPr>
            </a:lvl4pPr>
            <a:lvl5pPr indent="-228600" lvl="4" marL="2286000" algn="l">
              <a:spcBef>
                <a:spcPts val="1100"/>
              </a:spcBef>
              <a:spcAft>
                <a:spcPts val="0"/>
              </a:spcAft>
              <a:buSzPts val="1234"/>
              <a:buNone/>
              <a:defRPr sz="1543">
                <a:solidFill>
                  <a:srgbClr val="888888"/>
                </a:solidFill>
              </a:defRPr>
            </a:lvl5pPr>
            <a:lvl6pPr indent="-228600" lvl="5" marL="2743200" algn="l">
              <a:spcBef>
                <a:spcPts val="1102"/>
              </a:spcBef>
              <a:spcAft>
                <a:spcPts val="0"/>
              </a:spcAft>
              <a:buSzPts val="1234"/>
              <a:buNone/>
              <a:defRPr sz="1543">
                <a:solidFill>
                  <a:srgbClr val="888888"/>
                </a:solidFill>
              </a:defRPr>
            </a:lvl6pPr>
            <a:lvl7pPr indent="-228600" lvl="6" marL="3200400" algn="l">
              <a:spcBef>
                <a:spcPts val="1102"/>
              </a:spcBef>
              <a:spcAft>
                <a:spcPts val="0"/>
              </a:spcAft>
              <a:buSzPts val="1234"/>
              <a:buNone/>
              <a:defRPr sz="1543">
                <a:solidFill>
                  <a:srgbClr val="888888"/>
                </a:solidFill>
              </a:defRPr>
            </a:lvl7pPr>
            <a:lvl8pPr indent="-228600" lvl="7" marL="3657600" algn="l">
              <a:spcBef>
                <a:spcPts val="1102"/>
              </a:spcBef>
              <a:spcAft>
                <a:spcPts val="0"/>
              </a:spcAft>
              <a:buSzPts val="1234"/>
              <a:buNone/>
              <a:defRPr sz="1543">
                <a:solidFill>
                  <a:srgbClr val="888888"/>
                </a:solidFill>
              </a:defRPr>
            </a:lvl8pPr>
            <a:lvl9pPr indent="-228600" lvl="8" marL="4114800" algn="l">
              <a:spcBef>
                <a:spcPts val="1102"/>
              </a:spcBef>
              <a:spcAft>
                <a:spcPts val="0"/>
              </a:spcAft>
              <a:buSzPts val="1234"/>
              <a:buNone/>
              <a:defRPr sz="1543">
                <a:solidFill>
                  <a:srgbClr val="888888"/>
                </a:solidFill>
              </a:defRPr>
            </a:lvl9pPr>
          </a:lstStyle>
          <a:p/>
        </p:txBody>
      </p:sp>
      <p:sp>
        <p:nvSpPr>
          <p:cNvPr id="105" name="Google Shape;105;p14"/>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4"/>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4"/>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5" name="Shape 125"/>
        <p:cNvGrpSpPr/>
        <p:nvPr/>
      </p:nvGrpSpPr>
      <p:grpSpPr>
        <a:xfrm>
          <a:off x="0" y="0"/>
          <a:ext cx="0" cy="0"/>
          <a:chOff x="0" y="0"/>
          <a:chExt cx="0" cy="0"/>
        </a:xfrm>
      </p:grpSpPr>
      <p:sp>
        <p:nvSpPr>
          <p:cNvPr id="126" name="Google Shape;126;p16"/>
          <p:cNvSpPr txBox="1"/>
          <p:nvPr>
            <p:ph type="title"/>
          </p:nvPr>
        </p:nvSpPr>
        <p:spPr>
          <a:xfrm>
            <a:off x="671512" y="671512"/>
            <a:ext cx="6997700" cy="145573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3968"/>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6"/>
          <p:cNvSpPr txBox="1"/>
          <p:nvPr>
            <p:ph idx="1" type="body"/>
          </p:nvPr>
        </p:nvSpPr>
        <p:spPr>
          <a:xfrm>
            <a:off x="671512" y="2381250"/>
            <a:ext cx="6997700" cy="4278312"/>
          </a:xfrm>
          <a:prstGeom prst="rect">
            <a:avLst/>
          </a:prstGeom>
          <a:noFill/>
          <a:ln>
            <a:noFill/>
          </a:ln>
        </p:spPr>
        <p:txBody>
          <a:bodyPr anchorCtr="0" anchor="t" bIns="45700" lIns="91425" spcFirstLastPara="1" rIns="91425" wrap="square" tIns="45700">
            <a:noAutofit/>
          </a:bodyPr>
          <a:lstStyle>
            <a:lvl1pPr indent="-320040" lvl="0" marL="457200" algn="l">
              <a:spcBef>
                <a:spcPts val="1100"/>
              </a:spcBef>
              <a:spcAft>
                <a:spcPts val="0"/>
              </a:spcAft>
              <a:buSzPts val="1440"/>
              <a:buChar char="►"/>
              <a:defRPr/>
            </a:lvl1pPr>
            <a:lvl2pPr indent="-320040" lvl="1" marL="914400" algn="l">
              <a:spcBef>
                <a:spcPts val="1100"/>
              </a:spcBef>
              <a:spcAft>
                <a:spcPts val="0"/>
              </a:spcAft>
              <a:buSzPts val="1440"/>
              <a:buChar char="►"/>
              <a:defRPr/>
            </a:lvl2pPr>
            <a:lvl3pPr indent="-320040" lvl="2" marL="1371600" algn="l">
              <a:spcBef>
                <a:spcPts val="1100"/>
              </a:spcBef>
              <a:spcAft>
                <a:spcPts val="0"/>
              </a:spcAft>
              <a:buSzPts val="1440"/>
              <a:buChar char="►"/>
              <a:defRPr/>
            </a:lvl3pPr>
            <a:lvl4pPr indent="-320040" lvl="3" marL="1828800" algn="l">
              <a:spcBef>
                <a:spcPts val="1100"/>
              </a:spcBef>
              <a:spcAft>
                <a:spcPts val="0"/>
              </a:spcAft>
              <a:buSzPts val="1440"/>
              <a:buChar char="►"/>
              <a:defRPr/>
            </a:lvl4pPr>
            <a:lvl5pPr indent="-320040" lvl="4" marL="2286000" algn="l">
              <a:spcBef>
                <a:spcPts val="1100"/>
              </a:spcBef>
              <a:spcAft>
                <a:spcPts val="0"/>
              </a:spcAft>
              <a:buSzPts val="1440"/>
              <a:buChar char="►"/>
              <a:defRPr/>
            </a:lvl5pPr>
            <a:lvl6pPr indent="-320040" lvl="5" marL="2743200" algn="l">
              <a:spcBef>
                <a:spcPts val="1102"/>
              </a:spcBef>
              <a:spcAft>
                <a:spcPts val="0"/>
              </a:spcAft>
              <a:buSzPts val="1440"/>
              <a:buChar char="►"/>
              <a:defRPr/>
            </a:lvl6pPr>
            <a:lvl7pPr indent="-320040" lvl="6" marL="3200400" algn="l">
              <a:spcBef>
                <a:spcPts val="1102"/>
              </a:spcBef>
              <a:spcAft>
                <a:spcPts val="0"/>
              </a:spcAft>
              <a:buSzPts val="1440"/>
              <a:buChar char="►"/>
              <a:defRPr/>
            </a:lvl7pPr>
            <a:lvl8pPr indent="-320040" lvl="7" marL="3657600" algn="l">
              <a:spcBef>
                <a:spcPts val="1102"/>
              </a:spcBef>
              <a:spcAft>
                <a:spcPts val="0"/>
              </a:spcAft>
              <a:buSzPts val="1440"/>
              <a:buChar char="►"/>
              <a:defRPr/>
            </a:lvl8pPr>
            <a:lvl9pPr indent="-320040" lvl="8" marL="4114800" algn="l">
              <a:spcBef>
                <a:spcPts val="1102"/>
              </a:spcBef>
              <a:spcAft>
                <a:spcPts val="0"/>
              </a:spcAft>
              <a:buSzPts val="1440"/>
              <a:buChar char="►"/>
              <a:defRPr/>
            </a:lvl9pPr>
          </a:lstStyle>
          <a:p/>
        </p:txBody>
      </p:sp>
      <p:sp>
        <p:nvSpPr>
          <p:cNvPr id="128" name="Google Shape;128;p16"/>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16"/>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16"/>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48" name="Shape 148"/>
        <p:cNvGrpSpPr/>
        <p:nvPr/>
      </p:nvGrpSpPr>
      <p:grpSpPr>
        <a:xfrm>
          <a:off x="0" y="0"/>
          <a:ext cx="0" cy="0"/>
          <a:chOff x="0" y="0"/>
          <a:chExt cx="0" cy="0"/>
        </a:xfrm>
      </p:grpSpPr>
      <p:sp>
        <p:nvSpPr>
          <p:cNvPr id="149" name="Google Shape;149;p18"/>
          <p:cNvSpPr txBox="1"/>
          <p:nvPr>
            <p:ph type="ctrTitle"/>
          </p:nvPr>
        </p:nvSpPr>
        <p:spPr>
          <a:xfrm>
            <a:off x="1246403" y="2650553"/>
            <a:ext cx="6423553" cy="1814743"/>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sz="5952">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18"/>
          <p:cNvSpPr txBox="1"/>
          <p:nvPr>
            <p:ph idx="1" type="subTitle"/>
          </p:nvPr>
        </p:nvSpPr>
        <p:spPr>
          <a:xfrm>
            <a:off x="1246403" y="4465295"/>
            <a:ext cx="6423553" cy="1209128"/>
          </a:xfrm>
          <a:prstGeom prst="rect">
            <a:avLst/>
          </a:prstGeom>
          <a:noFill/>
          <a:ln>
            <a:noFill/>
          </a:ln>
        </p:spPr>
        <p:txBody>
          <a:bodyPr anchorCtr="0" anchor="t" bIns="45700" lIns="91425" spcFirstLastPara="1" rIns="91425" wrap="square" tIns="45700">
            <a:noAutofit/>
          </a:bodyPr>
          <a:lstStyle>
            <a:lvl1pPr lvl="0" algn="r">
              <a:spcBef>
                <a:spcPts val="1100"/>
              </a:spcBef>
              <a:spcAft>
                <a:spcPts val="0"/>
              </a:spcAft>
              <a:buSzPts val="1520"/>
              <a:buNone/>
              <a:defRPr>
                <a:solidFill>
                  <a:srgbClr val="7F7F7F"/>
                </a:solidFill>
              </a:defRPr>
            </a:lvl1pPr>
            <a:lvl2pPr lvl="1" algn="ctr">
              <a:spcBef>
                <a:spcPts val="1100"/>
              </a:spcBef>
              <a:spcAft>
                <a:spcPts val="0"/>
              </a:spcAft>
              <a:buSzPts val="1360"/>
              <a:buNone/>
              <a:defRPr>
                <a:solidFill>
                  <a:srgbClr val="888888"/>
                </a:solidFill>
              </a:defRPr>
            </a:lvl2pPr>
            <a:lvl3pPr lvl="2" algn="ctr">
              <a:spcBef>
                <a:spcPts val="1100"/>
              </a:spcBef>
              <a:spcAft>
                <a:spcPts val="0"/>
              </a:spcAft>
              <a:buSzPts val="1200"/>
              <a:buNone/>
              <a:defRPr>
                <a:solidFill>
                  <a:srgbClr val="888888"/>
                </a:solidFill>
              </a:defRPr>
            </a:lvl3pPr>
            <a:lvl4pPr lvl="3" algn="ctr">
              <a:spcBef>
                <a:spcPts val="1100"/>
              </a:spcBef>
              <a:spcAft>
                <a:spcPts val="0"/>
              </a:spcAft>
              <a:buSzPts val="1040"/>
              <a:buNone/>
              <a:defRPr>
                <a:solidFill>
                  <a:srgbClr val="888888"/>
                </a:solidFill>
              </a:defRPr>
            </a:lvl4pPr>
            <a:lvl5pPr lvl="4" algn="ctr">
              <a:spcBef>
                <a:spcPts val="1100"/>
              </a:spcBef>
              <a:spcAft>
                <a:spcPts val="0"/>
              </a:spcAft>
              <a:buSzPts val="1040"/>
              <a:buNone/>
              <a:defRPr>
                <a:solidFill>
                  <a:srgbClr val="888888"/>
                </a:solidFill>
              </a:defRPr>
            </a:lvl5pPr>
            <a:lvl6pPr lvl="5" algn="ctr">
              <a:spcBef>
                <a:spcPts val="1102"/>
              </a:spcBef>
              <a:spcAft>
                <a:spcPts val="0"/>
              </a:spcAft>
              <a:buSzPts val="1058"/>
              <a:buNone/>
              <a:defRPr>
                <a:solidFill>
                  <a:srgbClr val="888888"/>
                </a:solidFill>
              </a:defRPr>
            </a:lvl6pPr>
            <a:lvl7pPr lvl="6" algn="ctr">
              <a:spcBef>
                <a:spcPts val="1102"/>
              </a:spcBef>
              <a:spcAft>
                <a:spcPts val="0"/>
              </a:spcAft>
              <a:buSzPts val="1058"/>
              <a:buNone/>
              <a:defRPr>
                <a:solidFill>
                  <a:srgbClr val="888888"/>
                </a:solidFill>
              </a:defRPr>
            </a:lvl7pPr>
            <a:lvl8pPr lvl="7" algn="ctr">
              <a:spcBef>
                <a:spcPts val="1102"/>
              </a:spcBef>
              <a:spcAft>
                <a:spcPts val="0"/>
              </a:spcAft>
              <a:buSzPts val="1058"/>
              <a:buNone/>
              <a:defRPr>
                <a:solidFill>
                  <a:srgbClr val="888888"/>
                </a:solidFill>
              </a:defRPr>
            </a:lvl8pPr>
            <a:lvl9pPr lvl="8" algn="ctr">
              <a:spcBef>
                <a:spcPts val="1102"/>
              </a:spcBef>
              <a:spcAft>
                <a:spcPts val="0"/>
              </a:spcAft>
              <a:buSzPts val="1058"/>
              <a:buNone/>
              <a:defRPr>
                <a:solidFill>
                  <a:srgbClr val="888888"/>
                </a:solidFill>
              </a:defRPr>
            </a:lvl9pPr>
          </a:lstStyle>
          <a:p/>
        </p:txBody>
      </p:sp>
      <p:sp>
        <p:nvSpPr>
          <p:cNvPr id="151" name="Google Shape;151;p18"/>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18"/>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18"/>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73" name="Shape 173"/>
        <p:cNvGrpSpPr/>
        <p:nvPr/>
      </p:nvGrpSpPr>
      <p:grpSpPr>
        <a:xfrm>
          <a:off x="0" y="0"/>
          <a:ext cx="0" cy="0"/>
          <a:chOff x="0" y="0"/>
          <a:chExt cx="0" cy="0"/>
        </a:xfrm>
      </p:grpSpPr>
      <p:sp>
        <p:nvSpPr>
          <p:cNvPr id="174" name="Google Shape;174;p20"/>
          <p:cNvSpPr txBox="1"/>
          <p:nvPr>
            <p:ph type="title"/>
          </p:nvPr>
        </p:nvSpPr>
        <p:spPr>
          <a:xfrm>
            <a:off x="854257" y="671971"/>
            <a:ext cx="6694159" cy="333185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sz="485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20"/>
          <p:cNvSpPr txBox="1"/>
          <p:nvPr>
            <p:ph idx="1" type="body"/>
          </p:nvPr>
        </p:nvSpPr>
        <p:spPr>
          <a:xfrm>
            <a:off x="1213857" y="4003828"/>
            <a:ext cx="5974958" cy="419982"/>
          </a:xfrm>
          <a:prstGeom prst="rect">
            <a:avLst/>
          </a:prstGeom>
          <a:noFill/>
          <a:ln>
            <a:noFill/>
          </a:ln>
        </p:spPr>
        <p:txBody>
          <a:bodyPr anchorCtr="0" anchor="ctr" bIns="45700" lIns="91425" spcFirstLastPara="1" rIns="91425" wrap="square" tIns="45700">
            <a:noAutofit/>
          </a:bodyPr>
          <a:lstStyle>
            <a:lvl1pPr indent="-228600" lvl="0" marL="457200" algn="l">
              <a:spcBef>
                <a:spcPts val="1100"/>
              </a:spcBef>
              <a:spcAft>
                <a:spcPts val="0"/>
              </a:spcAft>
              <a:buSzPts val="1411"/>
              <a:buFont typeface="Trebuchet MS"/>
              <a:buNone/>
              <a:defRPr sz="1764">
                <a:solidFill>
                  <a:srgbClr val="7F7F7F"/>
                </a:solidFill>
              </a:defRPr>
            </a:lvl1pPr>
            <a:lvl2pPr indent="-228600" lvl="1" marL="914400" algn="l">
              <a:spcBef>
                <a:spcPts val="1100"/>
              </a:spcBef>
              <a:spcAft>
                <a:spcPts val="0"/>
              </a:spcAft>
              <a:buSzPts val="1360"/>
              <a:buFont typeface="Trebuchet MS"/>
              <a:buNone/>
              <a:defRPr/>
            </a:lvl2pPr>
            <a:lvl3pPr indent="-228600" lvl="2" marL="1371600" algn="l">
              <a:spcBef>
                <a:spcPts val="1100"/>
              </a:spcBef>
              <a:spcAft>
                <a:spcPts val="0"/>
              </a:spcAft>
              <a:buSzPts val="1200"/>
              <a:buFont typeface="Trebuchet MS"/>
              <a:buNone/>
              <a:defRPr/>
            </a:lvl3pPr>
            <a:lvl4pPr indent="-228600" lvl="3" marL="1828800" algn="l">
              <a:spcBef>
                <a:spcPts val="1100"/>
              </a:spcBef>
              <a:spcAft>
                <a:spcPts val="0"/>
              </a:spcAft>
              <a:buSzPts val="1040"/>
              <a:buFont typeface="Trebuchet MS"/>
              <a:buNone/>
              <a:defRPr/>
            </a:lvl4pPr>
            <a:lvl5pPr indent="-228600" lvl="4" marL="2286000" algn="l">
              <a:spcBef>
                <a:spcPts val="1100"/>
              </a:spcBef>
              <a:spcAft>
                <a:spcPts val="0"/>
              </a:spcAft>
              <a:buSzPts val="1040"/>
              <a:buFont typeface="Trebuchet MS"/>
              <a:buNone/>
              <a:defRPr/>
            </a:lvl5pPr>
            <a:lvl6pPr indent="-320040" lvl="5" marL="2743200" algn="l">
              <a:spcBef>
                <a:spcPts val="1102"/>
              </a:spcBef>
              <a:spcAft>
                <a:spcPts val="0"/>
              </a:spcAft>
              <a:buSzPts val="1440"/>
              <a:buChar char="►"/>
              <a:defRPr/>
            </a:lvl6pPr>
            <a:lvl7pPr indent="-320040" lvl="6" marL="3200400" algn="l">
              <a:spcBef>
                <a:spcPts val="1102"/>
              </a:spcBef>
              <a:spcAft>
                <a:spcPts val="0"/>
              </a:spcAft>
              <a:buSzPts val="1440"/>
              <a:buChar char="►"/>
              <a:defRPr/>
            </a:lvl7pPr>
            <a:lvl8pPr indent="-320040" lvl="7" marL="3657600" algn="l">
              <a:spcBef>
                <a:spcPts val="1102"/>
              </a:spcBef>
              <a:spcAft>
                <a:spcPts val="0"/>
              </a:spcAft>
              <a:buSzPts val="1440"/>
              <a:buChar char="►"/>
              <a:defRPr/>
            </a:lvl8pPr>
            <a:lvl9pPr indent="-320040" lvl="8" marL="4114800" algn="l">
              <a:spcBef>
                <a:spcPts val="1102"/>
              </a:spcBef>
              <a:spcAft>
                <a:spcPts val="0"/>
              </a:spcAft>
              <a:buSzPts val="1440"/>
              <a:buChar char="►"/>
              <a:defRPr/>
            </a:lvl9pPr>
          </a:lstStyle>
          <a:p/>
        </p:txBody>
      </p:sp>
      <p:sp>
        <p:nvSpPr>
          <p:cNvPr id="176" name="Google Shape;176;p20"/>
          <p:cNvSpPr txBox="1"/>
          <p:nvPr>
            <p:ph idx="2" type="body"/>
          </p:nvPr>
        </p:nvSpPr>
        <p:spPr>
          <a:xfrm>
            <a:off x="672040" y="4927788"/>
            <a:ext cx="6997915" cy="1731695"/>
          </a:xfrm>
          <a:prstGeom prst="rect">
            <a:avLst/>
          </a:prstGeom>
          <a:noFill/>
          <a:ln>
            <a:noFill/>
          </a:ln>
        </p:spPr>
        <p:txBody>
          <a:bodyPr anchorCtr="0" anchor="ctr" bIns="45700" lIns="91425" spcFirstLastPara="1" rIns="91425" wrap="square" tIns="45700">
            <a:noAutofit/>
          </a:bodyPr>
          <a:lstStyle>
            <a:lvl1pPr indent="-228600" lvl="0" marL="457200" algn="l">
              <a:spcBef>
                <a:spcPts val="1100"/>
              </a:spcBef>
              <a:spcAft>
                <a:spcPts val="0"/>
              </a:spcAft>
              <a:buSzPts val="1587"/>
              <a:buNone/>
              <a:defRPr sz="1984">
                <a:solidFill>
                  <a:srgbClr val="3F3F3F"/>
                </a:solidFill>
              </a:defRPr>
            </a:lvl1pPr>
            <a:lvl2pPr indent="-228600" lvl="1" marL="914400" algn="l">
              <a:spcBef>
                <a:spcPts val="1100"/>
              </a:spcBef>
              <a:spcAft>
                <a:spcPts val="0"/>
              </a:spcAft>
              <a:buSzPts val="1587"/>
              <a:buNone/>
              <a:defRPr sz="1984">
                <a:solidFill>
                  <a:srgbClr val="888888"/>
                </a:solidFill>
              </a:defRPr>
            </a:lvl2pPr>
            <a:lvl3pPr indent="-228600" lvl="2" marL="1371600" algn="l">
              <a:spcBef>
                <a:spcPts val="1100"/>
              </a:spcBef>
              <a:spcAft>
                <a:spcPts val="0"/>
              </a:spcAft>
              <a:buSzPts val="1411"/>
              <a:buNone/>
              <a:defRPr sz="1764">
                <a:solidFill>
                  <a:srgbClr val="888888"/>
                </a:solidFill>
              </a:defRPr>
            </a:lvl3pPr>
            <a:lvl4pPr indent="-228600" lvl="3" marL="1828800" algn="l">
              <a:spcBef>
                <a:spcPts val="1100"/>
              </a:spcBef>
              <a:spcAft>
                <a:spcPts val="0"/>
              </a:spcAft>
              <a:buSzPts val="1234"/>
              <a:buNone/>
              <a:defRPr sz="1543">
                <a:solidFill>
                  <a:srgbClr val="888888"/>
                </a:solidFill>
              </a:defRPr>
            </a:lvl4pPr>
            <a:lvl5pPr indent="-228600" lvl="4" marL="2286000" algn="l">
              <a:spcBef>
                <a:spcPts val="1100"/>
              </a:spcBef>
              <a:spcAft>
                <a:spcPts val="0"/>
              </a:spcAft>
              <a:buSzPts val="1234"/>
              <a:buNone/>
              <a:defRPr sz="1543">
                <a:solidFill>
                  <a:srgbClr val="888888"/>
                </a:solidFill>
              </a:defRPr>
            </a:lvl5pPr>
            <a:lvl6pPr indent="-228600" lvl="5" marL="2743200" algn="l">
              <a:spcBef>
                <a:spcPts val="1102"/>
              </a:spcBef>
              <a:spcAft>
                <a:spcPts val="0"/>
              </a:spcAft>
              <a:buSzPts val="1234"/>
              <a:buNone/>
              <a:defRPr sz="1543">
                <a:solidFill>
                  <a:srgbClr val="888888"/>
                </a:solidFill>
              </a:defRPr>
            </a:lvl6pPr>
            <a:lvl7pPr indent="-228600" lvl="6" marL="3200400" algn="l">
              <a:spcBef>
                <a:spcPts val="1102"/>
              </a:spcBef>
              <a:spcAft>
                <a:spcPts val="0"/>
              </a:spcAft>
              <a:buSzPts val="1234"/>
              <a:buNone/>
              <a:defRPr sz="1543">
                <a:solidFill>
                  <a:srgbClr val="888888"/>
                </a:solidFill>
              </a:defRPr>
            </a:lvl7pPr>
            <a:lvl8pPr indent="-228600" lvl="7" marL="3657600" algn="l">
              <a:spcBef>
                <a:spcPts val="1102"/>
              </a:spcBef>
              <a:spcAft>
                <a:spcPts val="0"/>
              </a:spcAft>
              <a:buSzPts val="1234"/>
              <a:buNone/>
              <a:defRPr sz="1543">
                <a:solidFill>
                  <a:srgbClr val="888888"/>
                </a:solidFill>
              </a:defRPr>
            </a:lvl8pPr>
            <a:lvl9pPr indent="-228600" lvl="8" marL="4114800" algn="l">
              <a:spcBef>
                <a:spcPts val="1102"/>
              </a:spcBef>
              <a:spcAft>
                <a:spcPts val="0"/>
              </a:spcAft>
              <a:buSzPts val="1234"/>
              <a:buNone/>
              <a:defRPr sz="1543">
                <a:solidFill>
                  <a:srgbClr val="888888"/>
                </a:solidFill>
              </a:defRPr>
            </a:lvl9pPr>
          </a:lstStyle>
          <a:p/>
        </p:txBody>
      </p:sp>
      <p:sp>
        <p:nvSpPr>
          <p:cNvPr id="177" name="Google Shape;177;p20"/>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8" name="Google Shape;178;p20"/>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9" name="Google Shape;179;p20"/>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99" name="Shape 199"/>
        <p:cNvGrpSpPr/>
        <p:nvPr/>
      </p:nvGrpSpPr>
      <p:grpSpPr>
        <a:xfrm>
          <a:off x="0" y="0"/>
          <a:ext cx="0" cy="0"/>
          <a:chOff x="0" y="0"/>
          <a:chExt cx="0" cy="0"/>
        </a:xfrm>
      </p:grpSpPr>
      <p:sp>
        <p:nvSpPr>
          <p:cNvPr id="200" name="Google Shape;200;p22"/>
          <p:cNvSpPr txBox="1"/>
          <p:nvPr>
            <p:ph type="title"/>
          </p:nvPr>
        </p:nvSpPr>
        <p:spPr>
          <a:xfrm>
            <a:off x="854257" y="671971"/>
            <a:ext cx="6694159" cy="333185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sz="485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22"/>
          <p:cNvSpPr txBox="1"/>
          <p:nvPr>
            <p:ph idx="1" type="body"/>
          </p:nvPr>
        </p:nvSpPr>
        <p:spPr>
          <a:xfrm>
            <a:off x="672038" y="4423810"/>
            <a:ext cx="6997916" cy="566863"/>
          </a:xfrm>
          <a:prstGeom prst="rect">
            <a:avLst/>
          </a:prstGeom>
          <a:noFill/>
          <a:ln>
            <a:noFill/>
          </a:ln>
        </p:spPr>
        <p:txBody>
          <a:bodyPr anchorCtr="0" anchor="b" bIns="45700" lIns="91425" spcFirstLastPara="1" rIns="91425" wrap="square" tIns="45700">
            <a:noAutofit/>
          </a:bodyPr>
          <a:lstStyle>
            <a:lvl1pPr indent="-228600" lvl="0" marL="457200" algn="l">
              <a:spcBef>
                <a:spcPts val="1100"/>
              </a:spcBef>
              <a:spcAft>
                <a:spcPts val="0"/>
              </a:spcAft>
              <a:buSzPts val="2117"/>
              <a:buFont typeface="Trebuchet MS"/>
              <a:buNone/>
              <a:defRPr sz="2646">
                <a:solidFill>
                  <a:srgbClr val="3F3F3F"/>
                </a:solidFill>
              </a:defRPr>
            </a:lvl1pPr>
            <a:lvl2pPr indent="-228600" lvl="1" marL="914400" algn="l">
              <a:spcBef>
                <a:spcPts val="1100"/>
              </a:spcBef>
              <a:spcAft>
                <a:spcPts val="0"/>
              </a:spcAft>
              <a:buSzPts val="1360"/>
              <a:buFont typeface="Trebuchet MS"/>
              <a:buNone/>
              <a:defRPr/>
            </a:lvl2pPr>
            <a:lvl3pPr indent="-228600" lvl="2" marL="1371600" algn="l">
              <a:spcBef>
                <a:spcPts val="1100"/>
              </a:spcBef>
              <a:spcAft>
                <a:spcPts val="0"/>
              </a:spcAft>
              <a:buSzPts val="1200"/>
              <a:buFont typeface="Trebuchet MS"/>
              <a:buNone/>
              <a:defRPr/>
            </a:lvl3pPr>
            <a:lvl4pPr indent="-228600" lvl="3" marL="1828800" algn="l">
              <a:spcBef>
                <a:spcPts val="1100"/>
              </a:spcBef>
              <a:spcAft>
                <a:spcPts val="0"/>
              </a:spcAft>
              <a:buSzPts val="1040"/>
              <a:buFont typeface="Trebuchet MS"/>
              <a:buNone/>
              <a:defRPr/>
            </a:lvl4pPr>
            <a:lvl5pPr indent="-228600" lvl="4" marL="2286000" algn="l">
              <a:spcBef>
                <a:spcPts val="1100"/>
              </a:spcBef>
              <a:spcAft>
                <a:spcPts val="0"/>
              </a:spcAft>
              <a:buSzPts val="1040"/>
              <a:buFont typeface="Trebuchet MS"/>
              <a:buNone/>
              <a:defRPr/>
            </a:lvl5pPr>
            <a:lvl6pPr indent="-320040" lvl="5" marL="2743200" algn="l">
              <a:spcBef>
                <a:spcPts val="1102"/>
              </a:spcBef>
              <a:spcAft>
                <a:spcPts val="0"/>
              </a:spcAft>
              <a:buSzPts val="1440"/>
              <a:buChar char="►"/>
              <a:defRPr/>
            </a:lvl6pPr>
            <a:lvl7pPr indent="-320040" lvl="6" marL="3200400" algn="l">
              <a:spcBef>
                <a:spcPts val="1102"/>
              </a:spcBef>
              <a:spcAft>
                <a:spcPts val="0"/>
              </a:spcAft>
              <a:buSzPts val="1440"/>
              <a:buChar char="►"/>
              <a:defRPr/>
            </a:lvl7pPr>
            <a:lvl8pPr indent="-320040" lvl="7" marL="3657600" algn="l">
              <a:spcBef>
                <a:spcPts val="1102"/>
              </a:spcBef>
              <a:spcAft>
                <a:spcPts val="0"/>
              </a:spcAft>
              <a:buSzPts val="1440"/>
              <a:buChar char="►"/>
              <a:defRPr/>
            </a:lvl8pPr>
            <a:lvl9pPr indent="-320040" lvl="8" marL="4114800" algn="l">
              <a:spcBef>
                <a:spcPts val="1102"/>
              </a:spcBef>
              <a:spcAft>
                <a:spcPts val="0"/>
              </a:spcAft>
              <a:buSzPts val="1440"/>
              <a:buChar char="►"/>
              <a:defRPr/>
            </a:lvl9pPr>
          </a:lstStyle>
          <a:p/>
        </p:txBody>
      </p:sp>
      <p:sp>
        <p:nvSpPr>
          <p:cNvPr id="202" name="Google Shape;202;p22"/>
          <p:cNvSpPr txBox="1"/>
          <p:nvPr>
            <p:ph idx="2" type="body"/>
          </p:nvPr>
        </p:nvSpPr>
        <p:spPr>
          <a:xfrm>
            <a:off x="672040" y="4990673"/>
            <a:ext cx="6997915" cy="1668810"/>
          </a:xfrm>
          <a:prstGeom prst="rect">
            <a:avLst/>
          </a:prstGeom>
          <a:noFill/>
          <a:ln>
            <a:noFill/>
          </a:ln>
        </p:spPr>
        <p:txBody>
          <a:bodyPr anchorCtr="0" anchor="t" bIns="45700" lIns="91425" spcFirstLastPara="1" rIns="91425" wrap="square" tIns="45700">
            <a:noAutofit/>
          </a:bodyPr>
          <a:lstStyle>
            <a:lvl1pPr indent="-228600" lvl="0" marL="457200" algn="l">
              <a:spcBef>
                <a:spcPts val="1100"/>
              </a:spcBef>
              <a:spcAft>
                <a:spcPts val="0"/>
              </a:spcAft>
              <a:buSzPts val="1587"/>
              <a:buNone/>
              <a:defRPr sz="1984">
                <a:solidFill>
                  <a:srgbClr val="7F7F7F"/>
                </a:solidFill>
              </a:defRPr>
            </a:lvl1pPr>
            <a:lvl2pPr indent="-228600" lvl="1" marL="914400" algn="l">
              <a:spcBef>
                <a:spcPts val="1100"/>
              </a:spcBef>
              <a:spcAft>
                <a:spcPts val="0"/>
              </a:spcAft>
              <a:buSzPts val="1587"/>
              <a:buNone/>
              <a:defRPr sz="1984">
                <a:solidFill>
                  <a:srgbClr val="888888"/>
                </a:solidFill>
              </a:defRPr>
            </a:lvl2pPr>
            <a:lvl3pPr indent="-228600" lvl="2" marL="1371600" algn="l">
              <a:spcBef>
                <a:spcPts val="1100"/>
              </a:spcBef>
              <a:spcAft>
                <a:spcPts val="0"/>
              </a:spcAft>
              <a:buSzPts val="1411"/>
              <a:buNone/>
              <a:defRPr sz="1764">
                <a:solidFill>
                  <a:srgbClr val="888888"/>
                </a:solidFill>
              </a:defRPr>
            </a:lvl3pPr>
            <a:lvl4pPr indent="-228600" lvl="3" marL="1828800" algn="l">
              <a:spcBef>
                <a:spcPts val="1100"/>
              </a:spcBef>
              <a:spcAft>
                <a:spcPts val="0"/>
              </a:spcAft>
              <a:buSzPts val="1234"/>
              <a:buNone/>
              <a:defRPr sz="1543">
                <a:solidFill>
                  <a:srgbClr val="888888"/>
                </a:solidFill>
              </a:defRPr>
            </a:lvl4pPr>
            <a:lvl5pPr indent="-228600" lvl="4" marL="2286000" algn="l">
              <a:spcBef>
                <a:spcPts val="1100"/>
              </a:spcBef>
              <a:spcAft>
                <a:spcPts val="0"/>
              </a:spcAft>
              <a:buSzPts val="1234"/>
              <a:buNone/>
              <a:defRPr sz="1543">
                <a:solidFill>
                  <a:srgbClr val="888888"/>
                </a:solidFill>
              </a:defRPr>
            </a:lvl5pPr>
            <a:lvl6pPr indent="-228600" lvl="5" marL="2743200" algn="l">
              <a:spcBef>
                <a:spcPts val="1102"/>
              </a:spcBef>
              <a:spcAft>
                <a:spcPts val="0"/>
              </a:spcAft>
              <a:buSzPts val="1234"/>
              <a:buNone/>
              <a:defRPr sz="1543">
                <a:solidFill>
                  <a:srgbClr val="888888"/>
                </a:solidFill>
              </a:defRPr>
            </a:lvl6pPr>
            <a:lvl7pPr indent="-228600" lvl="6" marL="3200400" algn="l">
              <a:spcBef>
                <a:spcPts val="1102"/>
              </a:spcBef>
              <a:spcAft>
                <a:spcPts val="0"/>
              </a:spcAft>
              <a:buSzPts val="1234"/>
              <a:buNone/>
              <a:defRPr sz="1543">
                <a:solidFill>
                  <a:srgbClr val="888888"/>
                </a:solidFill>
              </a:defRPr>
            </a:lvl7pPr>
            <a:lvl8pPr indent="-228600" lvl="7" marL="3657600" algn="l">
              <a:spcBef>
                <a:spcPts val="1102"/>
              </a:spcBef>
              <a:spcAft>
                <a:spcPts val="0"/>
              </a:spcAft>
              <a:buSzPts val="1234"/>
              <a:buNone/>
              <a:defRPr sz="1543">
                <a:solidFill>
                  <a:srgbClr val="888888"/>
                </a:solidFill>
              </a:defRPr>
            </a:lvl8pPr>
            <a:lvl9pPr indent="-228600" lvl="8" marL="4114800" algn="l">
              <a:spcBef>
                <a:spcPts val="1102"/>
              </a:spcBef>
              <a:spcAft>
                <a:spcPts val="0"/>
              </a:spcAft>
              <a:buSzPts val="1234"/>
              <a:buNone/>
              <a:defRPr sz="1543">
                <a:solidFill>
                  <a:srgbClr val="888888"/>
                </a:solidFill>
              </a:defRPr>
            </a:lvl9pPr>
          </a:lstStyle>
          <a:p/>
        </p:txBody>
      </p:sp>
      <p:sp>
        <p:nvSpPr>
          <p:cNvPr id="203" name="Google Shape;203;p22"/>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4" name="Google Shape;204;p22"/>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 name="Google Shape;205;p22"/>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5.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6.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9525" y="-9525"/>
            <a:ext cx="10110787" cy="7578725"/>
            <a:chOff x="-8467" y="-8468"/>
            <a:chExt cx="9171317" cy="6874935"/>
          </a:xfrm>
        </p:grpSpPr>
        <p:sp>
          <p:nvSpPr>
            <p:cNvPr id="11" name="Google Shape;11;p1"/>
            <p:cNvSpPr/>
            <p:nvPr/>
          </p:nvSpPr>
          <p:spPr>
            <a:xfrm>
              <a:off x="-8467" y="4013672"/>
              <a:ext cx="457918" cy="2852795"/>
            </a:xfrm>
            <a:custGeom>
              <a:rect b="b" l="l" r="r" t="t"/>
              <a:pathLst>
                <a:path extrusionOk="0" h="2853267" w="457200">
                  <a:moveTo>
                    <a:pt x="0" y="0"/>
                  </a:moveTo>
                  <a:lnTo>
                    <a:pt x="457200" y="2853267"/>
                  </a:lnTo>
                  <a:lnTo>
                    <a:pt x="0" y="2844800"/>
                  </a:lnTo>
                  <a:cubicBezTo>
                    <a:pt x="2822" y="1905000"/>
                    <a:pt x="5645" y="965200"/>
                    <a:pt x="0" y="0"/>
                  </a:cubicBezTo>
                  <a:close/>
                </a:path>
              </a:pathLst>
            </a:custGeom>
            <a:solidFill>
              <a:schemeClr val="accent1">
                <a:alpha val="69803"/>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cxnSp>
          <p:nvCxnSpPr>
            <p:cNvPr id="12" name="Google Shape;12;p1"/>
            <p:cNvCxnSpPr/>
            <p:nvPr/>
          </p:nvCxnSpPr>
          <p:spPr>
            <a:xfrm flipH="1" rot="10800000">
              <a:off x="5130869" y="4174961"/>
              <a:ext cx="4021900" cy="2682866"/>
            </a:xfrm>
            <a:prstGeom prst="straightConnector1">
              <a:avLst/>
            </a:prstGeom>
            <a:noFill/>
            <a:ln cap="rnd" cmpd="sng" w="9525">
              <a:solidFill>
                <a:schemeClr val="accent1">
                  <a:alpha val="69803"/>
                </a:schemeClr>
              </a:solidFill>
              <a:prstDash val="solid"/>
              <a:miter lim="800000"/>
              <a:headEnd len="med" w="med" type="none"/>
              <a:tailEnd len="med" w="med" type="none"/>
            </a:ln>
          </p:spPr>
        </p:cxnSp>
        <p:cxnSp>
          <p:nvCxnSpPr>
            <p:cNvPr id="13" name="Google Shape;13;p1"/>
            <p:cNvCxnSpPr/>
            <p:nvPr/>
          </p:nvCxnSpPr>
          <p:spPr>
            <a:xfrm>
              <a:off x="7043180" y="172"/>
              <a:ext cx="1218234" cy="6857654"/>
            </a:xfrm>
            <a:prstGeom prst="straightConnector1">
              <a:avLst/>
            </a:prstGeom>
            <a:noFill/>
            <a:ln cap="rnd" cmpd="sng" w="9525">
              <a:solidFill>
                <a:schemeClr val="accent1">
                  <a:alpha val="69803"/>
                </a:schemeClr>
              </a:solidFill>
              <a:prstDash val="solid"/>
              <a:miter lim="800000"/>
              <a:headEnd len="med" w="med" type="none"/>
              <a:tailEnd len="med" w="med" type="none"/>
            </a:ln>
          </p:spPr>
        </p:cxnSp>
        <p:sp>
          <p:nvSpPr>
            <p:cNvPr id="14" name="Google Shape;14;p1"/>
            <p:cNvSpPr/>
            <p:nvPr/>
          </p:nvSpPr>
          <p:spPr>
            <a:xfrm>
              <a:off x="6891980" y="172"/>
              <a:ext cx="2269429" cy="6866295"/>
            </a:xfrm>
            <a:custGeom>
              <a:rect b="b" l="l" r="r" t="t"/>
              <a:pathLst>
                <a:path extrusionOk="0" h="6866466" w="2269442">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5686"/>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5" name="Google Shape;15;p1"/>
            <p:cNvSpPr/>
            <p:nvPr/>
          </p:nvSpPr>
          <p:spPr>
            <a:xfrm>
              <a:off x="7204459" y="-8468"/>
              <a:ext cx="1948310" cy="6866295"/>
            </a:xfrm>
            <a:custGeom>
              <a:rect b="b" l="l" r="r" t="t"/>
              <a:pathLst>
                <a:path extrusionOk="0" h="6866467" w="1948147">
                  <a:moveTo>
                    <a:pt x="0" y="0"/>
                  </a:moveTo>
                  <a:lnTo>
                    <a:pt x="1202267" y="6866467"/>
                  </a:lnTo>
                  <a:lnTo>
                    <a:pt x="1947333" y="6866467"/>
                  </a:lnTo>
                  <a:cubicBezTo>
                    <a:pt x="1944511" y="4577645"/>
                    <a:pt x="1950155" y="2288822"/>
                    <a:pt x="1947333" y="0"/>
                  </a:cubicBezTo>
                  <a:lnTo>
                    <a:pt x="0" y="0"/>
                  </a:lnTo>
                  <a:close/>
                </a:path>
              </a:pathLst>
            </a:custGeom>
            <a:solidFill>
              <a:schemeClr val="accent1">
                <a:alpha val="19607"/>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6" name="Google Shape;16;p1"/>
            <p:cNvSpPr/>
            <p:nvPr/>
          </p:nvSpPr>
          <p:spPr>
            <a:xfrm>
              <a:off x="6638542" y="3920066"/>
              <a:ext cx="2512789" cy="2937760"/>
            </a:xfrm>
            <a:custGeom>
              <a:rect b="b" l="l" r="r" t="t"/>
              <a:pathLst>
                <a:path extrusionOk="0" h="3810000" w="3259667">
                  <a:moveTo>
                    <a:pt x="0" y="3810000"/>
                  </a:moveTo>
                  <a:lnTo>
                    <a:pt x="3251200" y="0"/>
                  </a:lnTo>
                  <a:cubicBezTo>
                    <a:pt x="3254022" y="1270000"/>
                    <a:pt x="3256845" y="2540000"/>
                    <a:pt x="3259667" y="3810000"/>
                  </a:cubicBezTo>
                  <a:lnTo>
                    <a:pt x="0" y="3810000"/>
                  </a:lnTo>
                  <a:close/>
                </a:path>
              </a:pathLst>
            </a:custGeom>
            <a:solidFill>
              <a:srgbClr val="17B0E4">
                <a:alpha val="6549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7" name="Google Shape;17;p1"/>
            <p:cNvSpPr/>
            <p:nvPr/>
          </p:nvSpPr>
          <p:spPr>
            <a:xfrm>
              <a:off x="7010060" y="-8468"/>
              <a:ext cx="2142710" cy="6866295"/>
            </a:xfrm>
            <a:custGeom>
              <a:rect b="b" l="l" r="r" t="t"/>
              <a:pathLst>
                <a:path extrusionOk="0" h="6866467" w="2853267">
                  <a:moveTo>
                    <a:pt x="0" y="0"/>
                  </a:moveTo>
                  <a:lnTo>
                    <a:pt x="2472267" y="6866467"/>
                  </a:lnTo>
                  <a:lnTo>
                    <a:pt x="2853267" y="6858000"/>
                  </a:lnTo>
                  <a:lnTo>
                    <a:pt x="2853267" y="0"/>
                  </a:lnTo>
                  <a:lnTo>
                    <a:pt x="0" y="0"/>
                  </a:lnTo>
                  <a:close/>
                </a:path>
              </a:pathLst>
            </a:custGeom>
            <a:solidFill>
              <a:srgbClr val="17B0E4">
                <a:alpha val="4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8" name="Google Shape;18;p1"/>
            <p:cNvSpPr/>
            <p:nvPr/>
          </p:nvSpPr>
          <p:spPr>
            <a:xfrm>
              <a:off x="8295974" y="-8468"/>
              <a:ext cx="856795" cy="6866295"/>
            </a:xfrm>
            <a:custGeom>
              <a:rect b="b" l="l" r="r" t="t"/>
              <a:pathLst>
                <a:path extrusionOk="0" h="6866467" w="1286933">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69803"/>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9" name="Google Shape;19;p1"/>
            <p:cNvSpPr/>
            <p:nvPr/>
          </p:nvSpPr>
          <p:spPr>
            <a:xfrm>
              <a:off x="8094375" y="-8468"/>
              <a:ext cx="1067034" cy="6866295"/>
            </a:xfrm>
            <a:custGeom>
              <a:rect b="b" l="l" r="r" t="t"/>
              <a:pathLst>
                <a:path extrusionOk="0" h="6866467" w="1270244">
                  <a:moveTo>
                    <a:pt x="0" y="0"/>
                  </a:moveTo>
                  <a:lnTo>
                    <a:pt x="1117600" y="6866467"/>
                  </a:lnTo>
                  <a:lnTo>
                    <a:pt x="1270000" y="6866467"/>
                  </a:lnTo>
                  <a:cubicBezTo>
                    <a:pt x="1272822" y="4574822"/>
                    <a:pt x="1250245" y="2291645"/>
                    <a:pt x="1253067" y="0"/>
                  </a:cubicBezTo>
                  <a:lnTo>
                    <a:pt x="0" y="0"/>
                  </a:lnTo>
                  <a:close/>
                </a:path>
              </a:pathLst>
            </a:custGeom>
            <a:solidFill>
              <a:srgbClr val="236292">
                <a:alpha val="8156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20" name="Google Shape;20;p1"/>
            <p:cNvSpPr/>
            <p:nvPr/>
          </p:nvSpPr>
          <p:spPr>
            <a:xfrm>
              <a:off x="8068455" y="4893559"/>
              <a:ext cx="1094395" cy="1964267"/>
            </a:xfrm>
            <a:custGeom>
              <a:rect b="b" l="l" r="r" t="t"/>
              <a:pathLst>
                <a:path extrusionOk="0" h="3268133" w="1820333">
                  <a:moveTo>
                    <a:pt x="0" y="3268133"/>
                  </a:moveTo>
                  <a:lnTo>
                    <a:pt x="1811866" y="0"/>
                  </a:lnTo>
                  <a:cubicBezTo>
                    <a:pt x="1814688" y="1086555"/>
                    <a:pt x="1817511" y="2173111"/>
                    <a:pt x="1820333" y="3259666"/>
                  </a:cubicBezTo>
                  <a:lnTo>
                    <a:pt x="0" y="3268133"/>
                  </a:lnTo>
                  <a:close/>
                </a:path>
              </a:pathLst>
            </a:custGeom>
            <a:solidFill>
              <a:srgbClr val="17B0E4">
                <a:alpha val="6549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grpSp>
      <p:sp>
        <p:nvSpPr>
          <p:cNvPr id="21" name="Google Shape;21;p1"/>
          <p:cNvSpPr txBox="1"/>
          <p:nvPr>
            <p:ph type="title"/>
          </p:nvPr>
        </p:nvSpPr>
        <p:spPr>
          <a:xfrm>
            <a:off x="671512" y="671512"/>
            <a:ext cx="6997700" cy="1455737"/>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2pPr>
            <a:lvl3pPr lvl="2"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3pPr>
            <a:lvl4pPr lvl="3"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4pPr>
            <a:lvl5pPr lvl="4"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
          <p:cNvSpPr txBox="1"/>
          <p:nvPr>
            <p:ph idx="1" type="body"/>
          </p:nvPr>
        </p:nvSpPr>
        <p:spPr>
          <a:xfrm>
            <a:off x="671512" y="2381250"/>
            <a:ext cx="6997700" cy="4278312"/>
          </a:xfrm>
          <a:prstGeom prst="rect">
            <a:avLst/>
          </a:prstGeom>
          <a:noFill/>
          <a:ln>
            <a:noFill/>
          </a:ln>
        </p:spPr>
        <p:txBody>
          <a:bodyPr anchorCtr="0" anchor="t" bIns="45700" lIns="91425" spcFirstLastPara="1" rIns="91425" wrap="square" tIns="45700">
            <a:noAutofit/>
          </a:bodyPr>
          <a:lstStyle>
            <a:lvl1pPr indent="-325120" lvl="0" marL="457200" marR="0" rtl="0" algn="l">
              <a:spcBef>
                <a:spcPts val="1100"/>
              </a:spcBef>
              <a:spcAft>
                <a:spcPts val="0"/>
              </a:spcAft>
              <a:buClr>
                <a:schemeClr val="accent1"/>
              </a:buClr>
              <a:buSzPts val="1520"/>
              <a:buFont typeface="Noto Sans Symbols"/>
              <a:buChar char="►"/>
              <a:defRPr b="0" i="0" sz="1900" u="none" cap="none" strike="noStrike">
                <a:solidFill>
                  <a:srgbClr val="404040"/>
                </a:solidFill>
                <a:latin typeface="Trebuchet MS"/>
                <a:ea typeface="Trebuchet MS"/>
                <a:cs typeface="Trebuchet MS"/>
                <a:sym typeface="Trebuchet MS"/>
              </a:defRPr>
            </a:lvl1pPr>
            <a:lvl2pPr indent="-314960" lvl="1" marL="914400" marR="0" rtl="0" algn="l">
              <a:spcBef>
                <a:spcPts val="1100"/>
              </a:spcBef>
              <a:spcAft>
                <a:spcPts val="0"/>
              </a:spcAft>
              <a:buClr>
                <a:schemeClr val="accent1"/>
              </a:buClr>
              <a:buSzPts val="1360"/>
              <a:buFont typeface="Noto Sans Symbols"/>
              <a:buChar char="►"/>
              <a:defRPr b="0" i="0" sz="1700" u="none" cap="none" strike="noStrike">
                <a:solidFill>
                  <a:srgbClr val="404040"/>
                </a:solidFill>
                <a:latin typeface="Trebuchet MS"/>
                <a:ea typeface="Trebuchet MS"/>
                <a:cs typeface="Trebuchet MS"/>
                <a:sym typeface="Trebuchet MS"/>
              </a:defRPr>
            </a:lvl2pPr>
            <a:lvl3pPr indent="-304800" lvl="2" marL="1371600" marR="0" rtl="0" algn="l">
              <a:spcBef>
                <a:spcPts val="1100"/>
              </a:spcBef>
              <a:spcAft>
                <a:spcPts val="0"/>
              </a:spcAft>
              <a:buClr>
                <a:schemeClr val="accent1"/>
              </a:buClr>
              <a:buSzPts val="1200"/>
              <a:buFont typeface="Noto Sans Symbols"/>
              <a:buChar char="►"/>
              <a:defRPr b="0" i="0" sz="1500" u="none" cap="none" strike="noStrike">
                <a:solidFill>
                  <a:srgbClr val="404040"/>
                </a:solidFill>
                <a:latin typeface="Trebuchet MS"/>
                <a:ea typeface="Trebuchet MS"/>
                <a:cs typeface="Trebuchet MS"/>
                <a:sym typeface="Trebuchet MS"/>
              </a:defRPr>
            </a:lvl3pPr>
            <a:lvl4pPr indent="-294640" lvl="3" marL="1828800" marR="0" rtl="0" algn="l">
              <a:spcBef>
                <a:spcPts val="1100"/>
              </a:spcBef>
              <a:spcAft>
                <a:spcPts val="0"/>
              </a:spcAft>
              <a:buClr>
                <a:schemeClr val="accent1"/>
              </a:buClr>
              <a:buSzPts val="1040"/>
              <a:buFont typeface="Noto Sans Symbols"/>
              <a:buChar char="►"/>
              <a:defRPr b="0" i="0" sz="1300" u="none" cap="none" strike="noStrike">
                <a:solidFill>
                  <a:srgbClr val="404040"/>
                </a:solidFill>
                <a:latin typeface="Trebuchet MS"/>
                <a:ea typeface="Trebuchet MS"/>
                <a:cs typeface="Trebuchet MS"/>
                <a:sym typeface="Trebuchet MS"/>
              </a:defRPr>
            </a:lvl4pPr>
            <a:lvl5pPr indent="-294640" lvl="4" marL="2286000" marR="0" rtl="0" algn="l">
              <a:spcBef>
                <a:spcPts val="1100"/>
              </a:spcBef>
              <a:spcAft>
                <a:spcPts val="0"/>
              </a:spcAft>
              <a:buClr>
                <a:schemeClr val="accent1"/>
              </a:buClr>
              <a:buSzPts val="1040"/>
              <a:buFont typeface="Noto Sans Symbols"/>
              <a:buChar char="►"/>
              <a:defRPr b="0" i="0" sz="1300" u="none" cap="none" strike="noStrike">
                <a:solidFill>
                  <a:srgbClr val="404040"/>
                </a:solidFill>
                <a:latin typeface="Trebuchet MS"/>
                <a:ea typeface="Trebuchet MS"/>
                <a:cs typeface="Trebuchet MS"/>
                <a:sym typeface="Trebuchet MS"/>
              </a:defRPr>
            </a:lvl5pPr>
            <a:lvl6pPr indent="-295808" lvl="5" marL="27432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6pPr>
            <a:lvl7pPr indent="-295808" lvl="6" marL="32004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7pPr>
            <a:lvl8pPr indent="-295808" lvl="7" marL="36576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8pPr>
            <a:lvl9pPr indent="-295808" lvl="8" marL="41148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9pPr>
          </a:lstStyle>
          <a:p/>
        </p:txBody>
      </p:sp>
      <p:sp>
        <p:nvSpPr>
          <p:cNvPr id="23" name="Google Shape;23;p1"/>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900" u="none">
                <a:solidFill>
                  <a:srgbClr val="898989"/>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8" name="Shape 108"/>
        <p:cNvGrpSpPr/>
        <p:nvPr/>
      </p:nvGrpSpPr>
      <p:grpSpPr>
        <a:xfrm>
          <a:off x="0" y="0"/>
          <a:ext cx="0" cy="0"/>
          <a:chOff x="0" y="0"/>
          <a:chExt cx="0" cy="0"/>
        </a:xfrm>
      </p:grpSpPr>
      <p:grpSp>
        <p:nvGrpSpPr>
          <p:cNvPr id="109" name="Google Shape;109;p15"/>
          <p:cNvGrpSpPr/>
          <p:nvPr/>
        </p:nvGrpSpPr>
        <p:grpSpPr>
          <a:xfrm>
            <a:off x="-9525" y="-9525"/>
            <a:ext cx="10110787" cy="7578725"/>
            <a:chOff x="-8467" y="-8468"/>
            <a:chExt cx="9171317" cy="6874935"/>
          </a:xfrm>
        </p:grpSpPr>
        <p:sp>
          <p:nvSpPr>
            <p:cNvPr id="110" name="Google Shape;110;p15"/>
            <p:cNvSpPr/>
            <p:nvPr/>
          </p:nvSpPr>
          <p:spPr>
            <a:xfrm>
              <a:off x="-8467" y="4013672"/>
              <a:ext cx="457918" cy="2852795"/>
            </a:xfrm>
            <a:custGeom>
              <a:rect b="b" l="l" r="r" t="t"/>
              <a:pathLst>
                <a:path extrusionOk="0" h="2853267" w="457200">
                  <a:moveTo>
                    <a:pt x="0" y="0"/>
                  </a:moveTo>
                  <a:lnTo>
                    <a:pt x="457200" y="2853267"/>
                  </a:lnTo>
                  <a:lnTo>
                    <a:pt x="0" y="2844800"/>
                  </a:lnTo>
                  <a:cubicBezTo>
                    <a:pt x="2822" y="1905000"/>
                    <a:pt x="5645" y="965200"/>
                    <a:pt x="0" y="0"/>
                  </a:cubicBezTo>
                  <a:close/>
                </a:path>
              </a:pathLst>
            </a:custGeom>
            <a:solidFill>
              <a:schemeClr val="accent1">
                <a:alpha val="69803"/>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cxnSp>
          <p:nvCxnSpPr>
            <p:cNvPr id="111" name="Google Shape;111;p15"/>
            <p:cNvCxnSpPr/>
            <p:nvPr/>
          </p:nvCxnSpPr>
          <p:spPr>
            <a:xfrm flipH="1" rot="10800000">
              <a:off x="5130869" y="4174961"/>
              <a:ext cx="4021900" cy="2682866"/>
            </a:xfrm>
            <a:prstGeom prst="straightConnector1">
              <a:avLst/>
            </a:prstGeom>
            <a:noFill/>
            <a:ln cap="rnd" cmpd="sng" w="9525">
              <a:solidFill>
                <a:schemeClr val="accent1">
                  <a:alpha val="69803"/>
                </a:schemeClr>
              </a:solidFill>
              <a:prstDash val="solid"/>
              <a:miter lim="800000"/>
              <a:headEnd len="med" w="med" type="none"/>
              <a:tailEnd len="med" w="med" type="none"/>
            </a:ln>
          </p:spPr>
        </p:cxnSp>
        <p:cxnSp>
          <p:nvCxnSpPr>
            <p:cNvPr id="112" name="Google Shape;112;p15"/>
            <p:cNvCxnSpPr/>
            <p:nvPr/>
          </p:nvCxnSpPr>
          <p:spPr>
            <a:xfrm>
              <a:off x="7043180" y="172"/>
              <a:ext cx="1218234" cy="6857654"/>
            </a:xfrm>
            <a:prstGeom prst="straightConnector1">
              <a:avLst/>
            </a:prstGeom>
            <a:noFill/>
            <a:ln cap="rnd" cmpd="sng" w="9525">
              <a:solidFill>
                <a:schemeClr val="accent1">
                  <a:alpha val="69803"/>
                </a:schemeClr>
              </a:solidFill>
              <a:prstDash val="solid"/>
              <a:miter lim="800000"/>
              <a:headEnd len="med" w="med" type="none"/>
              <a:tailEnd len="med" w="med" type="none"/>
            </a:ln>
          </p:spPr>
        </p:cxnSp>
        <p:sp>
          <p:nvSpPr>
            <p:cNvPr id="113" name="Google Shape;113;p15"/>
            <p:cNvSpPr/>
            <p:nvPr/>
          </p:nvSpPr>
          <p:spPr>
            <a:xfrm>
              <a:off x="6891980" y="172"/>
              <a:ext cx="2269429" cy="6866295"/>
            </a:xfrm>
            <a:custGeom>
              <a:rect b="b" l="l" r="r" t="t"/>
              <a:pathLst>
                <a:path extrusionOk="0" h="6866466" w="2269442">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5686"/>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14" name="Google Shape;114;p15"/>
            <p:cNvSpPr/>
            <p:nvPr/>
          </p:nvSpPr>
          <p:spPr>
            <a:xfrm>
              <a:off x="7204459" y="-8468"/>
              <a:ext cx="1948310" cy="6866295"/>
            </a:xfrm>
            <a:custGeom>
              <a:rect b="b" l="l" r="r" t="t"/>
              <a:pathLst>
                <a:path extrusionOk="0" h="6866467" w="1948147">
                  <a:moveTo>
                    <a:pt x="0" y="0"/>
                  </a:moveTo>
                  <a:lnTo>
                    <a:pt x="1202267" y="6866467"/>
                  </a:lnTo>
                  <a:lnTo>
                    <a:pt x="1947333" y="6866467"/>
                  </a:lnTo>
                  <a:cubicBezTo>
                    <a:pt x="1944511" y="4577645"/>
                    <a:pt x="1950155" y="2288822"/>
                    <a:pt x="1947333" y="0"/>
                  </a:cubicBezTo>
                  <a:lnTo>
                    <a:pt x="0" y="0"/>
                  </a:lnTo>
                  <a:close/>
                </a:path>
              </a:pathLst>
            </a:custGeom>
            <a:solidFill>
              <a:schemeClr val="accent1">
                <a:alpha val="19607"/>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15" name="Google Shape;115;p15"/>
            <p:cNvSpPr/>
            <p:nvPr/>
          </p:nvSpPr>
          <p:spPr>
            <a:xfrm>
              <a:off x="6638542" y="3920066"/>
              <a:ext cx="2512789" cy="2937760"/>
            </a:xfrm>
            <a:custGeom>
              <a:rect b="b" l="l" r="r" t="t"/>
              <a:pathLst>
                <a:path extrusionOk="0" h="3810000" w="3259667">
                  <a:moveTo>
                    <a:pt x="0" y="3810000"/>
                  </a:moveTo>
                  <a:lnTo>
                    <a:pt x="3251200" y="0"/>
                  </a:lnTo>
                  <a:cubicBezTo>
                    <a:pt x="3254022" y="1270000"/>
                    <a:pt x="3256845" y="2540000"/>
                    <a:pt x="3259667" y="3810000"/>
                  </a:cubicBezTo>
                  <a:lnTo>
                    <a:pt x="0" y="3810000"/>
                  </a:lnTo>
                  <a:close/>
                </a:path>
              </a:pathLst>
            </a:custGeom>
            <a:solidFill>
              <a:srgbClr val="17B0E4">
                <a:alpha val="6549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16" name="Google Shape;116;p15"/>
            <p:cNvSpPr/>
            <p:nvPr/>
          </p:nvSpPr>
          <p:spPr>
            <a:xfrm>
              <a:off x="7010060" y="-8468"/>
              <a:ext cx="2142710" cy="6866295"/>
            </a:xfrm>
            <a:custGeom>
              <a:rect b="b" l="l" r="r" t="t"/>
              <a:pathLst>
                <a:path extrusionOk="0" h="6866467" w="2853267">
                  <a:moveTo>
                    <a:pt x="0" y="0"/>
                  </a:moveTo>
                  <a:lnTo>
                    <a:pt x="2472267" y="6866467"/>
                  </a:lnTo>
                  <a:lnTo>
                    <a:pt x="2853267" y="6858000"/>
                  </a:lnTo>
                  <a:lnTo>
                    <a:pt x="2853267" y="0"/>
                  </a:lnTo>
                  <a:lnTo>
                    <a:pt x="0" y="0"/>
                  </a:lnTo>
                  <a:close/>
                </a:path>
              </a:pathLst>
            </a:custGeom>
            <a:solidFill>
              <a:srgbClr val="17B0E4">
                <a:alpha val="4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17" name="Google Shape;117;p15"/>
            <p:cNvSpPr/>
            <p:nvPr/>
          </p:nvSpPr>
          <p:spPr>
            <a:xfrm>
              <a:off x="8295974" y="-8468"/>
              <a:ext cx="856795" cy="6866295"/>
            </a:xfrm>
            <a:custGeom>
              <a:rect b="b" l="l" r="r" t="t"/>
              <a:pathLst>
                <a:path extrusionOk="0" h="6866467" w="1286933">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69803"/>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18" name="Google Shape;118;p15"/>
            <p:cNvSpPr/>
            <p:nvPr/>
          </p:nvSpPr>
          <p:spPr>
            <a:xfrm>
              <a:off x="8094375" y="-8468"/>
              <a:ext cx="1067034" cy="6866295"/>
            </a:xfrm>
            <a:custGeom>
              <a:rect b="b" l="l" r="r" t="t"/>
              <a:pathLst>
                <a:path extrusionOk="0" h="6866467" w="1270244">
                  <a:moveTo>
                    <a:pt x="0" y="0"/>
                  </a:moveTo>
                  <a:lnTo>
                    <a:pt x="1117600" y="6866467"/>
                  </a:lnTo>
                  <a:lnTo>
                    <a:pt x="1270000" y="6866467"/>
                  </a:lnTo>
                  <a:cubicBezTo>
                    <a:pt x="1272822" y="4574822"/>
                    <a:pt x="1250245" y="2291645"/>
                    <a:pt x="1253067" y="0"/>
                  </a:cubicBezTo>
                  <a:lnTo>
                    <a:pt x="0" y="0"/>
                  </a:lnTo>
                  <a:close/>
                </a:path>
              </a:pathLst>
            </a:custGeom>
            <a:solidFill>
              <a:srgbClr val="236292">
                <a:alpha val="8156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19" name="Google Shape;119;p15"/>
            <p:cNvSpPr/>
            <p:nvPr/>
          </p:nvSpPr>
          <p:spPr>
            <a:xfrm>
              <a:off x="8068455" y="4893559"/>
              <a:ext cx="1094395" cy="1964267"/>
            </a:xfrm>
            <a:custGeom>
              <a:rect b="b" l="l" r="r" t="t"/>
              <a:pathLst>
                <a:path extrusionOk="0" h="3268133" w="1820333">
                  <a:moveTo>
                    <a:pt x="0" y="3268133"/>
                  </a:moveTo>
                  <a:lnTo>
                    <a:pt x="1811866" y="0"/>
                  </a:lnTo>
                  <a:cubicBezTo>
                    <a:pt x="1814688" y="1086555"/>
                    <a:pt x="1817511" y="2173111"/>
                    <a:pt x="1820333" y="3259666"/>
                  </a:cubicBezTo>
                  <a:lnTo>
                    <a:pt x="0" y="3268133"/>
                  </a:lnTo>
                  <a:close/>
                </a:path>
              </a:pathLst>
            </a:custGeom>
            <a:solidFill>
              <a:srgbClr val="17B0E4">
                <a:alpha val="6549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grpSp>
      <p:sp>
        <p:nvSpPr>
          <p:cNvPr id="120" name="Google Shape;120;p15"/>
          <p:cNvSpPr txBox="1"/>
          <p:nvPr>
            <p:ph type="title"/>
          </p:nvPr>
        </p:nvSpPr>
        <p:spPr>
          <a:xfrm>
            <a:off x="671512" y="671512"/>
            <a:ext cx="6997700" cy="1455737"/>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2pPr>
            <a:lvl3pPr lvl="2"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3pPr>
            <a:lvl4pPr lvl="3"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4pPr>
            <a:lvl5pPr lvl="4"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1" name="Google Shape;121;p15"/>
          <p:cNvSpPr txBox="1"/>
          <p:nvPr>
            <p:ph idx="1" type="body"/>
          </p:nvPr>
        </p:nvSpPr>
        <p:spPr>
          <a:xfrm>
            <a:off x="671512" y="2381250"/>
            <a:ext cx="6997700" cy="4278312"/>
          </a:xfrm>
          <a:prstGeom prst="rect">
            <a:avLst/>
          </a:prstGeom>
          <a:noFill/>
          <a:ln>
            <a:noFill/>
          </a:ln>
        </p:spPr>
        <p:txBody>
          <a:bodyPr anchorCtr="0" anchor="t" bIns="45700" lIns="91425" spcFirstLastPara="1" rIns="91425" wrap="square" tIns="45700">
            <a:noAutofit/>
          </a:bodyPr>
          <a:lstStyle>
            <a:lvl1pPr indent="-325120" lvl="0" marL="457200" marR="0" rtl="0" algn="l">
              <a:spcBef>
                <a:spcPts val="1100"/>
              </a:spcBef>
              <a:spcAft>
                <a:spcPts val="0"/>
              </a:spcAft>
              <a:buClr>
                <a:schemeClr val="accent1"/>
              </a:buClr>
              <a:buSzPts val="1520"/>
              <a:buFont typeface="Noto Sans Symbols"/>
              <a:buChar char="►"/>
              <a:defRPr b="0" i="0" sz="1900" u="none" cap="none" strike="noStrike">
                <a:solidFill>
                  <a:srgbClr val="404040"/>
                </a:solidFill>
                <a:latin typeface="Trebuchet MS"/>
                <a:ea typeface="Trebuchet MS"/>
                <a:cs typeface="Trebuchet MS"/>
                <a:sym typeface="Trebuchet MS"/>
              </a:defRPr>
            </a:lvl1pPr>
            <a:lvl2pPr indent="-314960" lvl="1" marL="914400" marR="0" rtl="0" algn="l">
              <a:spcBef>
                <a:spcPts val="1100"/>
              </a:spcBef>
              <a:spcAft>
                <a:spcPts val="0"/>
              </a:spcAft>
              <a:buClr>
                <a:schemeClr val="accent1"/>
              </a:buClr>
              <a:buSzPts val="1360"/>
              <a:buFont typeface="Noto Sans Symbols"/>
              <a:buChar char="►"/>
              <a:defRPr b="0" i="0" sz="1700" u="none" cap="none" strike="noStrike">
                <a:solidFill>
                  <a:srgbClr val="404040"/>
                </a:solidFill>
                <a:latin typeface="Trebuchet MS"/>
                <a:ea typeface="Trebuchet MS"/>
                <a:cs typeface="Trebuchet MS"/>
                <a:sym typeface="Trebuchet MS"/>
              </a:defRPr>
            </a:lvl2pPr>
            <a:lvl3pPr indent="-304800" lvl="2" marL="1371600" marR="0" rtl="0" algn="l">
              <a:spcBef>
                <a:spcPts val="1100"/>
              </a:spcBef>
              <a:spcAft>
                <a:spcPts val="0"/>
              </a:spcAft>
              <a:buClr>
                <a:schemeClr val="accent1"/>
              </a:buClr>
              <a:buSzPts val="1200"/>
              <a:buFont typeface="Noto Sans Symbols"/>
              <a:buChar char="►"/>
              <a:defRPr b="0" i="0" sz="1500" u="none" cap="none" strike="noStrike">
                <a:solidFill>
                  <a:srgbClr val="404040"/>
                </a:solidFill>
                <a:latin typeface="Trebuchet MS"/>
                <a:ea typeface="Trebuchet MS"/>
                <a:cs typeface="Trebuchet MS"/>
                <a:sym typeface="Trebuchet MS"/>
              </a:defRPr>
            </a:lvl3pPr>
            <a:lvl4pPr indent="-294640" lvl="3" marL="1828800" marR="0" rtl="0" algn="l">
              <a:spcBef>
                <a:spcPts val="1100"/>
              </a:spcBef>
              <a:spcAft>
                <a:spcPts val="0"/>
              </a:spcAft>
              <a:buClr>
                <a:schemeClr val="accent1"/>
              </a:buClr>
              <a:buSzPts val="1040"/>
              <a:buFont typeface="Noto Sans Symbols"/>
              <a:buChar char="►"/>
              <a:defRPr b="0" i="0" sz="1300" u="none" cap="none" strike="noStrike">
                <a:solidFill>
                  <a:srgbClr val="404040"/>
                </a:solidFill>
                <a:latin typeface="Trebuchet MS"/>
                <a:ea typeface="Trebuchet MS"/>
                <a:cs typeface="Trebuchet MS"/>
                <a:sym typeface="Trebuchet MS"/>
              </a:defRPr>
            </a:lvl4pPr>
            <a:lvl5pPr indent="-294640" lvl="4" marL="2286000" marR="0" rtl="0" algn="l">
              <a:spcBef>
                <a:spcPts val="1100"/>
              </a:spcBef>
              <a:spcAft>
                <a:spcPts val="0"/>
              </a:spcAft>
              <a:buClr>
                <a:schemeClr val="accent1"/>
              </a:buClr>
              <a:buSzPts val="1040"/>
              <a:buFont typeface="Noto Sans Symbols"/>
              <a:buChar char="►"/>
              <a:defRPr b="0" i="0" sz="1300" u="none" cap="none" strike="noStrike">
                <a:solidFill>
                  <a:srgbClr val="404040"/>
                </a:solidFill>
                <a:latin typeface="Trebuchet MS"/>
                <a:ea typeface="Trebuchet MS"/>
                <a:cs typeface="Trebuchet MS"/>
                <a:sym typeface="Trebuchet MS"/>
              </a:defRPr>
            </a:lvl5pPr>
            <a:lvl6pPr indent="-295808" lvl="5" marL="27432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6pPr>
            <a:lvl7pPr indent="-295808" lvl="6" marL="32004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7pPr>
            <a:lvl8pPr indent="-295808" lvl="7" marL="36576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8pPr>
            <a:lvl9pPr indent="-295808" lvl="8" marL="41148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9pPr>
          </a:lstStyle>
          <a:p/>
        </p:txBody>
      </p:sp>
      <p:sp>
        <p:nvSpPr>
          <p:cNvPr id="122" name="Google Shape;122;p15"/>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900" u="none">
                <a:solidFill>
                  <a:srgbClr val="898989"/>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123" name="Google Shape;123;p15"/>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124" name="Google Shape;124;p15"/>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1" name="Shape 131"/>
        <p:cNvGrpSpPr/>
        <p:nvPr/>
      </p:nvGrpSpPr>
      <p:grpSpPr>
        <a:xfrm>
          <a:off x="0" y="0"/>
          <a:ext cx="0" cy="0"/>
          <a:chOff x="0" y="0"/>
          <a:chExt cx="0" cy="0"/>
        </a:xfrm>
      </p:grpSpPr>
      <p:grpSp>
        <p:nvGrpSpPr>
          <p:cNvPr id="132" name="Google Shape;132;p17"/>
          <p:cNvGrpSpPr/>
          <p:nvPr/>
        </p:nvGrpSpPr>
        <p:grpSpPr>
          <a:xfrm>
            <a:off x="-9525" y="-9525"/>
            <a:ext cx="10110787" cy="7578725"/>
            <a:chOff x="-8466" y="-8468"/>
            <a:chExt cx="9171316" cy="6874935"/>
          </a:xfrm>
        </p:grpSpPr>
        <p:cxnSp>
          <p:nvCxnSpPr>
            <p:cNvPr id="133" name="Google Shape;133;p17"/>
            <p:cNvCxnSpPr/>
            <p:nvPr/>
          </p:nvCxnSpPr>
          <p:spPr>
            <a:xfrm flipH="1" rot="10800000">
              <a:off x="5130870" y="4174961"/>
              <a:ext cx="4021900" cy="2682866"/>
            </a:xfrm>
            <a:prstGeom prst="straightConnector1">
              <a:avLst/>
            </a:prstGeom>
            <a:noFill/>
            <a:ln cap="rnd" cmpd="sng" w="9525">
              <a:solidFill>
                <a:schemeClr val="accent1">
                  <a:alpha val="69803"/>
                </a:schemeClr>
              </a:solidFill>
              <a:prstDash val="solid"/>
              <a:miter lim="800000"/>
              <a:headEnd len="med" w="med" type="none"/>
              <a:tailEnd len="med" w="med" type="none"/>
            </a:ln>
          </p:spPr>
        </p:cxnSp>
        <p:cxnSp>
          <p:nvCxnSpPr>
            <p:cNvPr id="134" name="Google Shape;134;p17"/>
            <p:cNvCxnSpPr/>
            <p:nvPr/>
          </p:nvCxnSpPr>
          <p:spPr>
            <a:xfrm>
              <a:off x="7043180" y="172"/>
              <a:ext cx="1218234" cy="6857654"/>
            </a:xfrm>
            <a:prstGeom prst="straightConnector1">
              <a:avLst/>
            </a:prstGeom>
            <a:noFill/>
            <a:ln cap="rnd" cmpd="sng" w="9525">
              <a:solidFill>
                <a:schemeClr val="accent1">
                  <a:alpha val="69803"/>
                </a:schemeClr>
              </a:solidFill>
              <a:prstDash val="solid"/>
              <a:miter lim="800000"/>
              <a:headEnd len="med" w="med" type="none"/>
              <a:tailEnd len="med" w="med" type="none"/>
            </a:ln>
          </p:spPr>
        </p:cxnSp>
        <p:sp>
          <p:nvSpPr>
            <p:cNvPr id="135" name="Google Shape;135;p17"/>
            <p:cNvSpPr/>
            <p:nvPr/>
          </p:nvSpPr>
          <p:spPr>
            <a:xfrm>
              <a:off x="6891981" y="172"/>
              <a:ext cx="2269429" cy="6866295"/>
            </a:xfrm>
            <a:custGeom>
              <a:rect b="b" l="l" r="r" t="t"/>
              <a:pathLst>
                <a:path extrusionOk="0" h="6866466" w="2269442">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5686"/>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36" name="Google Shape;136;p17"/>
            <p:cNvSpPr/>
            <p:nvPr/>
          </p:nvSpPr>
          <p:spPr>
            <a:xfrm>
              <a:off x="7204459" y="-8468"/>
              <a:ext cx="1948310" cy="6866295"/>
            </a:xfrm>
            <a:custGeom>
              <a:rect b="b" l="l" r="r" t="t"/>
              <a:pathLst>
                <a:path extrusionOk="0" h="6866467" w="1948147">
                  <a:moveTo>
                    <a:pt x="0" y="0"/>
                  </a:moveTo>
                  <a:lnTo>
                    <a:pt x="1202267" y="6866467"/>
                  </a:lnTo>
                  <a:lnTo>
                    <a:pt x="1947333" y="6866467"/>
                  </a:lnTo>
                  <a:cubicBezTo>
                    <a:pt x="1944511" y="4577645"/>
                    <a:pt x="1950155" y="2288822"/>
                    <a:pt x="1947333" y="0"/>
                  </a:cubicBezTo>
                  <a:lnTo>
                    <a:pt x="0" y="0"/>
                  </a:lnTo>
                  <a:close/>
                </a:path>
              </a:pathLst>
            </a:custGeom>
            <a:solidFill>
              <a:schemeClr val="accent1">
                <a:alpha val="19607"/>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37" name="Google Shape;137;p17"/>
            <p:cNvSpPr/>
            <p:nvPr/>
          </p:nvSpPr>
          <p:spPr>
            <a:xfrm>
              <a:off x="6638542" y="3920066"/>
              <a:ext cx="2512788" cy="2937760"/>
            </a:xfrm>
            <a:custGeom>
              <a:rect b="b" l="l" r="r" t="t"/>
              <a:pathLst>
                <a:path extrusionOk="0" h="3810000" w="3259667">
                  <a:moveTo>
                    <a:pt x="0" y="3810000"/>
                  </a:moveTo>
                  <a:lnTo>
                    <a:pt x="3251200" y="0"/>
                  </a:lnTo>
                  <a:cubicBezTo>
                    <a:pt x="3254022" y="1270000"/>
                    <a:pt x="3256845" y="2540000"/>
                    <a:pt x="3259667" y="3810000"/>
                  </a:cubicBezTo>
                  <a:lnTo>
                    <a:pt x="0" y="3810000"/>
                  </a:lnTo>
                  <a:close/>
                </a:path>
              </a:pathLst>
            </a:custGeom>
            <a:solidFill>
              <a:srgbClr val="17B0E4">
                <a:alpha val="6549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38" name="Google Shape;138;p17"/>
            <p:cNvSpPr/>
            <p:nvPr/>
          </p:nvSpPr>
          <p:spPr>
            <a:xfrm>
              <a:off x="7010060" y="-8468"/>
              <a:ext cx="2142710" cy="6866295"/>
            </a:xfrm>
            <a:custGeom>
              <a:rect b="b" l="l" r="r" t="t"/>
              <a:pathLst>
                <a:path extrusionOk="0" h="6866467" w="2853267">
                  <a:moveTo>
                    <a:pt x="0" y="0"/>
                  </a:moveTo>
                  <a:lnTo>
                    <a:pt x="2472267" y="6866467"/>
                  </a:lnTo>
                  <a:lnTo>
                    <a:pt x="2853267" y="6858000"/>
                  </a:lnTo>
                  <a:lnTo>
                    <a:pt x="2853267" y="0"/>
                  </a:lnTo>
                  <a:lnTo>
                    <a:pt x="0" y="0"/>
                  </a:lnTo>
                  <a:close/>
                </a:path>
              </a:pathLst>
            </a:custGeom>
            <a:solidFill>
              <a:srgbClr val="17B0E4">
                <a:alpha val="4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39" name="Google Shape;139;p17"/>
            <p:cNvSpPr/>
            <p:nvPr/>
          </p:nvSpPr>
          <p:spPr>
            <a:xfrm>
              <a:off x="8295974" y="-8468"/>
              <a:ext cx="856795" cy="6866295"/>
            </a:xfrm>
            <a:custGeom>
              <a:rect b="b" l="l" r="r" t="t"/>
              <a:pathLst>
                <a:path extrusionOk="0" h="6866467" w="1286933">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69803"/>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40" name="Google Shape;140;p17"/>
            <p:cNvSpPr/>
            <p:nvPr/>
          </p:nvSpPr>
          <p:spPr>
            <a:xfrm>
              <a:off x="8094375" y="-8468"/>
              <a:ext cx="1067034" cy="6866295"/>
            </a:xfrm>
            <a:custGeom>
              <a:rect b="b" l="l" r="r" t="t"/>
              <a:pathLst>
                <a:path extrusionOk="0" h="6866467" w="1270244">
                  <a:moveTo>
                    <a:pt x="0" y="0"/>
                  </a:moveTo>
                  <a:lnTo>
                    <a:pt x="1117600" y="6866467"/>
                  </a:lnTo>
                  <a:lnTo>
                    <a:pt x="1270000" y="6866467"/>
                  </a:lnTo>
                  <a:cubicBezTo>
                    <a:pt x="1272822" y="4574822"/>
                    <a:pt x="1250245" y="2291645"/>
                    <a:pt x="1253067" y="0"/>
                  </a:cubicBezTo>
                  <a:lnTo>
                    <a:pt x="0" y="0"/>
                  </a:lnTo>
                  <a:close/>
                </a:path>
              </a:pathLst>
            </a:custGeom>
            <a:solidFill>
              <a:srgbClr val="236292">
                <a:alpha val="8156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41" name="Google Shape;141;p17"/>
            <p:cNvSpPr/>
            <p:nvPr/>
          </p:nvSpPr>
          <p:spPr>
            <a:xfrm>
              <a:off x="8068455" y="4893559"/>
              <a:ext cx="1094395" cy="1964267"/>
            </a:xfrm>
            <a:custGeom>
              <a:rect b="b" l="l" r="r" t="t"/>
              <a:pathLst>
                <a:path extrusionOk="0" h="3268133" w="1820333">
                  <a:moveTo>
                    <a:pt x="0" y="3268133"/>
                  </a:moveTo>
                  <a:lnTo>
                    <a:pt x="1811866" y="0"/>
                  </a:lnTo>
                  <a:cubicBezTo>
                    <a:pt x="1814688" y="1086555"/>
                    <a:pt x="1817511" y="2173111"/>
                    <a:pt x="1820333" y="3259666"/>
                  </a:cubicBezTo>
                  <a:lnTo>
                    <a:pt x="0" y="3268133"/>
                  </a:lnTo>
                  <a:close/>
                </a:path>
              </a:pathLst>
            </a:custGeom>
            <a:solidFill>
              <a:srgbClr val="17B0E4">
                <a:alpha val="6549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42" name="Google Shape;142;p17"/>
            <p:cNvSpPr/>
            <p:nvPr/>
          </p:nvSpPr>
          <p:spPr>
            <a:xfrm>
              <a:off x="-8466" y="-8468"/>
              <a:ext cx="863996" cy="5698391"/>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84705"/>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grpSp>
      <p:sp>
        <p:nvSpPr>
          <p:cNvPr id="143" name="Google Shape;143;p17"/>
          <p:cNvSpPr txBox="1"/>
          <p:nvPr>
            <p:ph type="title"/>
          </p:nvPr>
        </p:nvSpPr>
        <p:spPr>
          <a:xfrm>
            <a:off x="671512" y="671512"/>
            <a:ext cx="6997700" cy="1455737"/>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2pPr>
            <a:lvl3pPr lvl="2"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3pPr>
            <a:lvl4pPr lvl="3"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4pPr>
            <a:lvl5pPr lvl="4"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44" name="Google Shape;144;p17"/>
          <p:cNvSpPr txBox="1"/>
          <p:nvPr>
            <p:ph idx="1" type="body"/>
          </p:nvPr>
        </p:nvSpPr>
        <p:spPr>
          <a:xfrm>
            <a:off x="671512" y="2381250"/>
            <a:ext cx="6997700" cy="4278312"/>
          </a:xfrm>
          <a:prstGeom prst="rect">
            <a:avLst/>
          </a:prstGeom>
          <a:noFill/>
          <a:ln>
            <a:noFill/>
          </a:ln>
        </p:spPr>
        <p:txBody>
          <a:bodyPr anchorCtr="0" anchor="t" bIns="45700" lIns="91425" spcFirstLastPara="1" rIns="91425" wrap="square" tIns="45700">
            <a:noAutofit/>
          </a:bodyPr>
          <a:lstStyle>
            <a:lvl1pPr indent="-325120" lvl="0" marL="457200" marR="0" rtl="0" algn="l">
              <a:spcBef>
                <a:spcPts val="1100"/>
              </a:spcBef>
              <a:spcAft>
                <a:spcPts val="0"/>
              </a:spcAft>
              <a:buClr>
                <a:schemeClr val="accent1"/>
              </a:buClr>
              <a:buSzPts val="1520"/>
              <a:buFont typeface="Noto Sans Symbols"/>
              <a:buChar char="►"/>
              <a:defRPr b="0" i="0" sz="1900" u="none" cap="none" strike="noStrike">
                <a:solidFill>
                  <a:srgbClr val="404040"/>
                </a:solidFill>
                <a:latin typeface="Trebuchet MS"/>
                <a:ea typeface="Trebuchet MS"/>
                <a:cs typeface="Trebuchet MS"/>
                <a:sym typeface="Trebuchet MS"/>
              </a:defRPr>
            </a:lvl1pPr>
            <a:lvl2pPr indent="-314960" lvl="1" marL="914400" marR="0" rtl="0" algn="l">
              <a:spcBef>
                <a:spcPts val="1100"/>
              </a:spcBef>
              <a:spcAft>
                <a:spcPts val="0"/>
              </a:spcAft>
              <a:buClr>
                <a:schemeClr val="accent1"/>
              </a:buClr>
              <a:buSzPts val="1360"/>
              <a:buFont typeface="Noto Sans Symbols"/>
              <a:buChar char="►"/>
              <a:defRPr b="0" i="0" sz="1700" u="none" cap="none" strike="noStrike">
                <a:solidFill>
                  <a:srgbClr val="404040"/>
                </a:solidFill>
                <a:latin typeface="Trebuchet MS"/>
                <a:ea typeface="Trebuchet MS"/>
                <a:cs typeface="Trebuchet MS"/>
                <a:sym typeface="Trebuchet MS"/>
              </a:defRPr>
            </a:lvl2pPr>
            <a:lvl3pPr indent="-304800" lvl="2" marL="1371600" marR="0" rtl="0" algn="l">
              <a:spcBef>
                <a:spcPts val="1100"/>
              </a:spcBef>
              <a:spcAft>
                <a:spcPts val="0"/>
              </a:spcAft>
              <a:buClr>
                <a:schemeClr val="accent1"/>
              </a:buClr>
              <a:buSzPts val="1200"/>
              <a:buFont typeface="Noto Sans Symbols"/>
              <a:buChar char="►"/>
              <a:defRPr b="0" i="0" sz="1500" u="none" cap="none" strike="noStrike">
                <a:solidFill>
                  <a:srgbClr val="404040"/>
                </a:solidFill>
                <a:latin typeface="Trebuchet MS"/>
                <a:ea typeface="Trebuchet MS"/>
                <a:cs typeface="Trebuchet MS"/>
                <a:sym typeface="Trebuchet MS"/>
              </a:defRPr>
            </a:lvl3pPr>
            <a:lvl4pPr indent="-294640" lvl="3" marL="1828800" marR="0" rtl="0" algn="l">
              <a:spcBef>
                <a:spcPts val="1100"/>
              </a:spcBef>
              <a:spcAft>
                <a:spcPts val="0"/>
              </a:spcAft>
              <a:buClr>
                <a:schemeClr val="accent1"/>
              </a:buClr>
              <a:buSzPts val="1040"/>
              <a:buFont typeface="Noto Sans Symbols"/>
              <a:buChar char="►"/>
              <a:defRPr b="0" i="0" sz="1300" u="none" cap="none" strike="noStrike">
                <a:solidFill>
                  <a:srgbClr val="404040"/>
                </a:solidFill>
                <a:latin typeface="Trebuchet MS"/>
                <a:ea typeface="Trebuchet MS"/>
                <a:cs typeface="Trebuchet MS"/>
                <a:sym typeface="Trebuchet MS"/>
              </a:defRPr>
            </a:lvl4pPr>
            <a:lvl5pPr indent="-294640" lvl="4" marL="2286000" marR="0" rtl="0" algn="l">
              <a:spcBef>
                <a:spcPts val="1100"/>
              </a:spcBef>
              <a:spcAft>
                <a:spcPts val="0"/>
              </a:spcAft>
              <a:buClr>
                <a:schemeClr val="accent1"/>
              </a:buClr>
              <a:buSzPts val="1040"/>
              <a:buFont typeface="Noto Sans Symbols"/>
              <a:buChar char="►"/>
              <a:defRPr b="0" i="0" sz="1300" u="none" cap="none" strike="noStrike">
                <a:solidFill>
                  <a:srgbClr val="404040"/>
                </a:solidFill>
                <a:latin typeface="Trebuchet MS"/>
                <a:ea typeface="Trebuchet MS"/>
                <a:cs typeface="Trebuchet MS"/>
                <a:sym typeface="Trebuchet MS"/>
              </a:defRPr>
            </a:lvl5pPr>
            <a:lvl6pPr indent="-295808" lvl="5" marL="27432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6pPr>
            <a:lvl7pPr indent="-295808" lvl="6" marL="32004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7pPr>
            <a:lvl8pPr indent="-295808" lvl="7" marL="36576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8pPr>
            <a:lvl9pPr indent="-295808" lvl="8" marL="41148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9pPr>
          </a:lstStyle>
          <a:p/>
        </p:txBody>
      </p:sp>
      <p:sp>
        <p:nvSpPr>
          <p:cNvPr id="145" name="Google Shape;145;p17"/>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900" u="none">
                <a:solidFill>
                  <a:srgbClr val="898989"/>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146" name="Google Shape;146;p17"/>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147" name="Google Shape;147;p17"/>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4" name="Shape 154"/>
        <p:cNvGrpSpPr/>
        <p:nvPr/>
      </p:nvGrpSpPr>
      <p:grpSpPr>
        <a:xfrm>
          <a:off x="0" y="0"/>
          <a:ext cx="0" cy="0"/>
          <a:chOff x="0" y="0"/>
          <a:chExt cx="0" cy="0"/>
        </a:xfrm>
      </p:grpSpPr>
      <p:grpSp>
        <p:nvGrpSpPr>
          <p:cNvPr id="155" name="Google Shape;155;p19"/>
          <p:cNvGrpSpPr/>
          <p:nvPr/>
        </p:nvGrpSpPr>
        <p:grpSpPr>
          <a:xfrm>
            <a:off x="-9525" y="-9525"/>
            <a:ext cx="10110787" cy="7578725"/>
            <a:chOff x="-8467" y="-8468"/>
            <a:chExt cx="9171317" cy="6874935"/>
          </a:xfrm>
        </p:grpSpPr>
        <p:sp>
          <p:nvSpPr>
            <p:cNvPr id="156" name="Google Shape;156;p19"/>
            <p:cNvSpPr/>
            <p:nvPr/>
          </p:nvSpPr>
          <p:spPr>
            <a:xfrm>
              <a:off x="-8467" y="4013672"/>
              <a:ext cx="457918" cy="2852795"/>
            </a:xfrm>
            <a:custGeom>
              <a:rect b="b" l="l" r="r" t="t"/>
              <a:pathLst>
                <a:path extrusionOk="0" h="2853267" w="457200">
                  <a:moveTo>
                    <a:pt x="0" y="0"/>
                  </a:moveTo>
                  <a:lnTo>
                    <a:pt x="457200" y="2853267"/>
                  </a:lnTo>
                  <a:lnTo>
                    <a:pt x="0" y="2844800"/>
                  </a:lnTo>
                  <a:cubicBezTo>
                    <a:pt x="2822" y="1905000"/>
                    <a:pt x="5645" y="965200"/>
                    <a:pt x="0" y="0"/>
                  </a:cubicBezTo>
                  <a:close/>
                </a:path>
              </a:pathLst>
            </a:custGeom>
            <a:solidFill>
              <a:schemeClr val="accent1">
                <a:alpha val="69803"/>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cxnSp>
          <p:nvCxnSpPr>
            <p:cNvPr id="157" name="Google Shape;157;p19"/>
            <p:cNvCxnSpPr/>
            <p:nvPr/>
          </p:nvCxnSpPr>
          <p:spPr>
            <a:xfrm flipH="1" rot="10800000">
              <a:off x="5130869" y="4174961"/>
              <a:ext cx="4021900" cy="2682866"/>
            </a:xfrm>
            <a:prstGeom prst="straightConnector1">
              <a:avLst/>
            </a:prstGeom>
            <a:noFill/>
            <a:ln cap="rnd" cmpd="sng" w="9525">
              <a:solidFill>
                <a:schemeClr val="accent1">
                  <a:alpha val="69803"/>
                </a:schemeClr>
              </a:solidFill>
              <a:prstDash val="solid"/>
              <a:miter lim="800000"/>
              <a:headEnd len="med" w="med" type="none"/>
              <a:tailEnd len="med" w="med" type="none"/>
            </a:ln>
          </p:spPr>
        </p:cxnSp>
        <p:cxnSp>
          <p:nvCxnSpPr>
            <p:cNvPr id="158" name="Google Shape;158;p19"/>
            <p:cNvCxnSpPr/>
            <p:nvPr/>
          </p:nvCxnSpPr>
          <p:spPr>
            <a:xfrm>
              <a:off x="7043180" y="172"/>
              <a:ext cx="1218234" cy="6857654"/>
            </a:xfrm>
            <a:prstGeom prst="straightConnector1">
              <a:avLst/>
            </a:prstGeom>
            <a:noFill/>
            <a:ln cap="rnd" cmpd="sng" w="9525">
              <a:solidFill>
                <a:schemeClr val="accent1">
                  <a:alpha val="69803"/>
                </a:schemeClr>
              </a:solidFill>
              <a:prstDash val="solid"/>
              <a:miter lim="800000"/>
              <a:headEnd len="med" w="med" type="none"/>
              <a:tailEnd len="med" w="med" type="none"/>
            </a:ln>
          </p:spPr>
        </p:cxnSp>
        <p:sp>
          <p:nvSpPr>
            <p:cNvPr id="159" name="Google Shape;159;p19"/>
            <p:cNvSpPr/>
            <p:nvPr/>
          </p:nvSpPr>
          <p:spPr>
            <a:xfrm>
              <a:off x="6891980" y="172"/>
              <a:ext cx="2269429" cy="6866295"/>
            </a:xfrm>
            <a:custGeom>
              <a:rect b="b" l="l" r="r" t="t"/>
              <a:pathLst>
                <a:path extrusionOk="0" h="6866466" w="2269442">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5686"/>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60" name="Google Shape;160;p19"/>
            <p:cNvSpPr/>
            <p:nvPr/>
          </p:nvSpPr>
          <p:spPr>
            <a:xfrm>
              <a:off x="7204459" y="-8468"/>
              <a:ext cx="1948310" cy="6866295"/>
            </a:xfrm>
            <a:custGeom>
              <a:rect b="b" l="l" r="r" t="t"/>
              <a:pathLst>
                <a:path extrusionOk="0" h="6866467" w="1948147">
                  <a:moveTo>
                    <a:pt x="0" y="0"/>
                  </a:moveTo>
                  <a:lnTo>
                    <a:pt x="1202267" y="6866467"/>
                  </a:lnTo>
                  <a:lnTo>
                    <a:pt x="1947333" y="6866467"/>
                  </a:lnTo>
                  <a:cubicBezTo>
                    <a:pt x="1944511" y="4577645"/>
                    <a:pt x="1950155" y="2288822"/>
                    <a:pt x="1947333" y="0"/>
                  </a:cubicBezTo>
                  <a:lnTo>
                    <a:pt x="0" y="0"/>
                  </a:lnTo>
                  <a:close/>
                </a:path>
              </a:pathLst>
            </a:custGeom>
            <a:solidFill>
              <a:schemeClr val="accent1">
                <a:alpha val="19607"/>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61" name="Google Shape;161;p19"/>
            <p:cNvSpPr/>
            <p:nvPr/>
          </p:nvSpPr>
          <p:spPr>
            <a:xfrm>
              <a:off x="6638542" y="3920066"/>
              <a:ext cx="2512789" cy="2937760"/>
            </a:xfrm>
            <a:custGeom>
              <a:rect b="b" l="l" r="r" t="t"/>
              <a:pathLst>
                <a:path extrusionOk="0" h="3810000" w="3259667">
                  <a:moveTo>
                    <a:pt x="0" y="3810000"/>
                  </a:moveTo>
                  <a:lnTo>
                    <a:pt x="3251200" y="0"/>
                  </a:lnTo>
                  <a:cubicBezTo>
                    <a:pt x="3254022" y="1270000"/>
                    <a:pt x="3256845" y="2540000"/>
                    <a:pt x="3259667" y="3810000"/>
                  </a:cubicBezTo>
                  <a:lnTo>
                    <a:pt x="0" y="3810000"/>
                  </a:lnTo>
                  <a:close/>
                </a:path>
              </a:pathLst>
            </a:custGeom>
            <a:solidFill>
              <a:srgbClr val="17B0E4">
                <a:alpha val="6549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62" name="Google Shape;162;p19"/>
            <p:cNvSpPr/>
            <p:nvPr/>
          </p:nvSpPr>
          <p:spPr>
            <a:xfrm>
              <a:off x="7010060" y="-8468"/>
              <a:ext cx="2142710" cy="6866295"/>
            </a:xfrm>
            <a:custGeom>
              <a:rect b="b" l="l" r="r" t="t"/>
              <a:pathLst>
                <a:path extrusionOk="0" h="6866467" w="2853267">
                  <a:moveTo>
                    <a:pt x="0" y="0"/>
                  </a:moveTo>
                  <a:lnTo>
                    <a:pt x="2472267" y="6866467"/>
                  </a:lnTo>
                  <a:lnTo>
                    <a:pt x="2853267" y="6858000"/>
                  </a:lnTo>
                  <a:lnTo>
                    <a:pt x="2853267" y="0"/>
                  </a:lnTo>
                  <a:lnTo>
                    <a:pt x="0" y="0"/>
                  </a:lnTo>
                  <a:close/>
                </a:path>
              </a:pathLst>
            </a:custGeom>
            <a:solidFill>
              <a:srgbClr val="17B0E4">
                <a:alpha val="4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63" name="Google Shape;163;p19"/>
            <p:cNvSpPr/>
            <p:nvPr/>
          </p:nvSpPr>
          <p:spPr>
            <a:xfrm>
              <a:off x="8295974" y="-8468"/>
              <a:ext cx="856795" cy="6866295"/>
            </a:xfrm>
            <a:custGeom>
              <a:rect b="b" l="l" r="r" t="t"/>
              <a:pathLst>
                <a:path extrusionOk="0" h="6866467" w="1286933">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69803"/>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64" name="Google Shape;164;p19"/>
            <p:cNvSpPr/>
            <p:nvPr/>
          </p:nvSpPr>
          <p:spPr>
            <a:xfrm>
              <a:off x="8094375" y="-8468"/>
              <a:ext cx="1067034" cy="6866295"/>
            </a:xfrm>
            <a:custGeom>
              <a:rect b="b" l="l" r="r" t="t"/>
              <a:pathLst>
                <a:path extrusionOk="0" h="6866467" w="1270244">
                  <a:moveTo>
                    <a:pt x="0" y="0"/>
                  </a:moveTo>
                  <a:lnTo>
                    <a:pt x="1117600" y="6866467"/>
                  </a:lnTo>
                  <a:lnTo>
                    <a:pt x="1270000" y="6866467"/>
                  </a:lnTo>
                  <a:cubicBezTo>
                    <a:pt x="1272822" y="4574822"/>
                    <a:pt x="1250245" y="2291645"/>
                    <a:pt x="1253067" y="0"/>
                  </a:cubicBezTo>
                  <a:lnTo>
                    <a:pt x="0" y="0"/>
                  </a:lnTo>
                  <a:close/>
                </a:path>
              </a:pathLst>
            </a:custGeom>
            <a:solidFill>
              <a:srgbClr val="236292">
                <a:alpha val="8156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65" name="Google Shape;165;p19"/>
            <p:cNvSpPr/>
            <p:nvPr/>
          </p:nvSpPr>
          <p:spPr>
            <a:xfrm>
              <a:off x="8068455" y="4893559"/>
              <a:ext cx="1094395" cy="1964267"/>
            </a:xfrm>
            <a:custGeom>
              <a:rect b="b" l="l" r="r" t="t"/>
              <a:pathLst>
                <a:path extrusionOk="0" h="3268133" w="1820333">
                  <a:moveTo>
                    <a:pt x="0" y="3268133"/>
                  </a:moveTo>
                  <a:lnTo>
                    <a:pt x="1811866" y="0"/>
                  </a:lnTo>
                  <a:cubicBezTo>
                    <a:pt x="1814688" y="1086555"/>
                    <a:pt x="1817511" y="2173111"/>
                    <a:pt x="1820333" y="3259666"/>
                  </a:cubicBezTo>
                  <a:lnTo>
                    <a:pt x="0" y="3268133"/>
                  </a:lnTo>
                  <a:close/>
                </a:path>
              </a:pathLst>
            </a:custGeom>
            <a:solidFill>
              <a:srgbClr val="17B0E4">
                <a:alpha val="6549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grpSp>
      <p:sp>
        <p:nvSpPr>
          <p:cNvPr id="166" name="Google Shape;166;p19"/>
          <p:cNvSpPr txBox="1"/>
          <p:nvPr/>
        </p:nvSpPr>
        <p:spPr>
          <a:xfrm>
            <a:off x="531812" y="871537"/>
            <a:ext cx="504825" cy="644525"/>
          </a:xfrm>
          <a:prstGeom prst="rect">
            <a:avLst/>
          </a:prstGeom>
          <a:noFill/>
          <a:ln>
            <a:noFill/>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Clr>
                <a:srgbClr val="9FE0F5"/>
              </a:buClr>
              <a:buSzPts val="8800"/>
              <a:buFont typeface="Arial"/>
              <a:buNone/>
            </a:pPr>
            <a:r>
              <a:rPr b="0" i="0" lang="en-US" sz="8800" u="none">
                <a:solidFill>
                  <a:srgbClr val="9FE0F5"/>
                </a:solidFill>
                <a:latin typeface="Arial"/>
                <a:ea typeface="Arial"/>
                <a:cs typeface="Arial"/>
                <a:sym typeface="Arial"/>
              </a:rPr>
              <a:t>“</a:t>
            </a:r>
            <a:endParaRPr/>
          </a:p>
        </p:txBody>
      </p:sp>
      <p:sp>
        <p:nvSpPr>
          <p:cNvPr id="167" name="Google Shape;167;p19"/>
          <p:cNvSpPr txBox="1"/>
          <p:nvPr/>
        </p:nvSpPr>
        <p:spPr>
          <a:xfrm>
            <a:off x="7439025" y="3181350"/>
            <a:ext cx="503237" cy="644525"/>
          </a:xfrm>
          <a:prstGeom prst="rect">
            <a:avLst/>
          </a:prstGeom>
          <a:noFill/>
          <a:ln>
            <a:noFill/>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Clr>
                <a:srgbClr val="9FE0F5"/>
              </a:buClr>
              <a:buSzPts val="8800"/>
              <a:buFont typeface="Arial"/>
              <a:buNone/>
            </a:pPr>
            <a:r>
              <a:rPr b="0" i="0" lang="en-US" sz="8800" u="none">
                <a:solidFill>
                  <a:srgbClr val="9FE0F5"/>
                </a:solidFill>
                <a:latin typeface="Arial"/>
                <a:ea typeface="Arial"/>
                <a:cs typeface="Arial"/>
                <a:sym typeface="Arial"/>
              </a:rPr>
              <a:t>”</a:t>
            </a:r>
            <a:endParaRPr/>
          </a:p>
        </p:txBody>
      </p:sp>
      <p:sp>
        <p:nvSpPr>
          <p:cNvPr id="168" name="Google Shape;168;p19"/>
          <p:cNvSpPr txBox="1"/>
          <p:nvPr>
            <p:ph type="title"/>
          </p:nvPr>
        </p:nvSpPr>
        <p:spPr>
          <a:xfrm>
            <a:off x="671512" y="671512"/>
            <a:ext cx="6997700" cy="1455737"/>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2pPr>
            <a:lvl3pPr lvl="2"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3pPr>
            <a:lvl4pPr lvl="3"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4pPr>
            <a:lvl5pPr lvl="4"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69" name="Google Shape;169;p19"/>
          <p:cNvSpPr txBox="1"/>
          <p:nvPr>
            <p:ph idx="1" type="body"/>
          </p:nvPr>
        </p:nvSpPr>
        <p:spPr>
          <a:xfrm>
            <a:off x="671512" y="2381250"/>
            <a:ext cx="6997700" cy="4278312"/>
          </a:xfrm>
          <a:prstGeom prst="rect">
            <a:avLst/>
          </a:prstGeom>
          <a:noFill/>
          <a:ln>
            <a:noFill/>
          </a:ln>
        </p:spPr>
        <p:txBody>
          <a:bodyPr anchorCtr="0" anchor="t" bIns="45700" lIns="91425" spcFirstLastPara="1" rIns="91425" wrap="square" tIns="45700">
            <a:noAutofit/>
          </a:bodyPr>
          <a:lstStyle>
            <a:lvl1pPr indent="-325120" lvl="0" marL="457200" marR="0" rtl="0" algn="l">
              <a:spcBef>
                <a:spcPts val="1100"/>
              </a:spcBef>
              <a:spcAft>
                <a:spcPts val="0"/>
              </a:spcAft>
              <a:buClr>
                <a:schemeClr val="accent1"/>
              </a:buClr>
              <a:buSzPts val="1520"/>
              <a:buFont typeface="Noto Sans Symbols"/>
              <a:buChar char="►"/>
              <a:defRPr b="0" i="0" sz="1900" u="none" cap="none" strike="noStrike">
                <a:solidFill>
                  <a:srgbClr val="404040"/>
                </a:solidFill>
                <a:latin typeface="Trebuchet MS"/>
                <a:ea typeface="Trebuchet MS"/>
                <a:cs typeface="Trebuchet MS"/>
                <a:sym typeface="Trebuchet MS"/>
              </a:defRPr>
            </a:lvl1pPr>
            <a:lvl2pPr indent="-314960" lvl="1" marL="914400" marR="0" rtl="0" algn="l">
              <a:spcBef>
                <a:spcPts val="1100"/>
              </a:spcBef>
              <a:spcAft>
                <a:spcPts val="0"/>
              </a:spcAft>
              <a:buClr>
                <a:schemeClr val="accent1"/>
              </a:buClr>
              <a:buSzPts val="1360"/>
              <a:buFont typeface="Noto Sans Symbols"/>
              <a:buChar char="►"/>
              <a:defRPr b="0" i="0" sz="1700" u="none" cap="none" strike="noStrike">
                <a:solidFill>
                  <a:srgbClr val="404040"/>
                </a:solidFill>
                <a:latin typeface="Trebuchet MS"/>
                <a:ea typeface="Trebuchet MS"/>
                <a:cs typeface="Trebuchet MS"/>
                <a:sym typeface="Trebuchet MS"/>
              </a:defRPr>
            </a:lvl2pPr>
            <a:lvl3pPr indent="-304800" lvl="2" marL="1371600" marR="0" rtl="0" algn="l">
              <a:spcBef>
                <a:spcPts val="1100"/>
              </a:spcBef>
              <a:spcAft>
                <a:spcPts val="0"/>
              </a:spcAft>
              <a:buClr>
                <a:schemeClr val="accent1"/>
              </a:buClr>
              <a:buSzPts val="1200"/>
              <a:buFont typeface="Noto Sans Symbols"/>
              <a:buChar char="►"/>
              <a:defRPr b="0" i="0" sz="1500" u="none" cap="none" strike="noStrike">
                <a:solidFill>
                  <a:srgbClr val="404040"/>
                </a:solidFill>
                <a:latin typeface="Trebuchet MS"/>
                <a:ea typeface="Trebuchet MS"/>
                <a:cs typeface="Trebuchet MS"/>
                <a:sym typeface="Trebuchet MS"/>
              </a:defRPr>
            </a:lvl3pPr>
            <a:lvl4pPr indent="-294640" lvl="3" marL="1828800" marR="0" rtl="0" algn="l">
              <a:spcBef>
                <a:spcPts val="1100"/>
              </a:spcBef>
              <a:spcAft>
                <a:spcPts val="0"/>
              </a:spcAft>
              <a:buClr>
                <a:schemeClr val="accent1"/>
              </a:buClr>
              <a:buSzPts val="1040"/>
              <a:buFont typeface="Noto Sans Symbols"/>
              <a:buChar char="►"/>
              <a:defRPr b="0" i="0" sz="1300" u="none" cap="none" strike="noStrike">
                <a:solidFill>
                  <a:srgbClr val="404040"/>
                </a:solidFill>
                <a:latin typeface="Trebuchet MS"/>
                <a:ea typeface="Trebuchet MS"/>
                <a:cs typeface="Trebuchet MS"/>
                <a:sym typeface="Trebuchet MS"/>
              </a:defRPr>
            </a:lvl4pPr>
            <a:lvl5pPr indent="-294640" lvl="4" marL="2286000" marR="0" rtl="0" algn="l">
              <a:spcBef>
                <a:spcPts val="1100"/>
              </a:spcBef>
              <a:spcAft>
                <a:spcPts val="0"/>
              </a:spcAft>
              <a:buClr>
                <a:schemeClr val="accent1"/>
              </a:buClr>
              <a:buSzPts val="1040"/>
              <a:buFont typeface="Noto Sans Symbols"/>
              <a:buChar char="►"/>
              <a:defRPr b="0" i="0" sz="1300" u="none" cap="none" strike="noStrike">
                <a:solidFill>
                  <a:srgbClr val="404040"/>
                </a:solidFill>
                <a:latin typeface="Trebuchet MS"/>
                <a:ea typeface="Trebuchet MS"/>
                <a:cs typeface="Trebuchet MS"/>
                <a:sym typeface="Trebuchet MS"/>
              </a:defRPr>
            </a:lvl5pPr>
            <a:lvl6pPr indent="-295808" lvl="5" marL="27432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6pPr>
            <a:lvl7pPr indent="-295808" lvl="6" marL="32004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7pPr>
            <a:lvl8pPr indent="-295808" lvl="7" marL="36576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8pPr>
            <a:lvl9pPr indent="-295808" lvl="8" marL="41148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9pPr>
          </a:lstStyle>
          <a:p/>
        </p:txBody>
      </p:sp>
      <p:sp>
        <p:nvSpPr>
          <p:cNvPr id="170" name="Google Shape;170;p19"/>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900" u="none">
                <a:solidFill>
                  <a:srgbClr val="898989"/>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171" name="Google Shape;171;p19"/>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172" name="Google Shape;172;p19"/>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0" name="Shape 180"/>
        <p:cNvGrpSpPr/>
        <p:nvPr/>
      </p:nvGrpSpPr>
      <p:grpSpPr>
        <a:xfrm>
          <a:off x="0" y="0"/>
          <a:ext cx="0" cy="0"/>
          <a:chOff x="0" y="0"/>
          <a:chExt cx="0" cy="0"/>
        </a:xfrm>
      </p:grpSpPr>
      <p:grpSp>
        <p:nvGrpSpPr>
          <p:cNvPr id="181" name="Google Shape;181;p21"/>
          <p:cNvGrpSpPr/>
          <p:nvPr/>
        </p:nvGrpSpPr>
        <p:grpSpPr>
          <a:xfrm>
            <a:off x="-9525" y="-9525"/>
            <a:ext cx="10110787" cy="7578725"/>
            <a:chOff x="-8467" y="-8468"/>
            <a:chExt cx="9171317" cy="6874935"/>
          </a:xfrm>
        </p:grpSpPr>
        <p:sp>
          <p:nvSpPr>
            <p:cNvPr id="182" name="Google Shape;182;p21"/>
            <p:cNvSpPr/>
            <p:nvPr/>
          </p:nvSpPr>
          <p:spPr>
            <a:xfrm>
              <a:off x="-8467" y="4013672"/>
              <a:ext cx="457918" cy="2852795"/>
            </a:xfrm>
            <a:custGeom>
              <a:rect b="b" l="l" r="r" t="t"/>
              <a:pathLst>
                <a:path extrusionOk="0" h="2853267" w="457200">
                  <a:moveTo>
                    <a:pt x="0" y="0"/>
                  </a:moveTo>
                  <a:lnTo>
                    <a:pt x="457200" y="2853267"/>
                  </a:lnTo>
                  <a:lnTo>
                    <a:pt x="0" y="2844800"/>
                  </a:lnTo>
                  <a:cubicBezTo>
                    <a:pt x="2822" y="1905000"/>
                    <a:pt x="5645" y="965200"/>
                    <a:pt x="0" y="0"/>
                  </a:cubicBezTo>
                  <a:close/>
                </a:path>
              </a:pathLst>
            </a:custGeom>
            <a:solidFill>
              <a:schemeClr val="accent1">
                <a:alpha val="69803"/>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cxnSp>
          <p:nvCxnSpPr>
            <p:cNvPr id="183" name="Google Shape;183;p21"/>
            <p:cNvCxnSpPr/>
            <p:nvPr/>
          </p:nvCxnSpPr>
          <p:spPr>
            <a:xfrm flipH="1" rot="10800000">
              <a:off x="5130869" y="4174961"/>
              <a:ext cx="4021900" cy="2682866"/>
            </a:xfrm>
            <a:prstGeom prst="straightConnector1">
              <a:avLst/>
            </a:prstGeom>
            <a:noFill/>
            <a:ln cap="rnd" cmpd="sng" w="9525">
              <a:solidFill>
                <a:schemeClr val="accent1">
                  <a:alpha val="69803"/>
                </a:schemeClr>
              </a:solidFill>
              <a:prstDash val="solid"/>
              <a:miter lim="800000"/>
              <a:headEnd len="med" w="med" type="none"/>
              <a:tailEnd len="med" w="med" type="none"/>
            </a:ln>
          </p:spPr>
        </p:cxnSp>
        <p:cxnSp>
          <p:nvCxnSpPr>
            <p:cNvPr id="184" name="Google Shape;184;p21"/>
            <p:cNvCxnSpPr/>
            <p:nvPr/>
          </p:nvCxnSpPr>
          <p:spPr>
            <a:xfrm>
              <a:off x="7043180" y="172"/>
              <a:ext cx="1218234" cy="6857654"/>
            </a:xfrm>
            <a:prstGeom prst="straightConnector1">
              <a:avLst/>
            </a:prstGeom>
            <a:noFill/>
            <a:ln cap="rnd" cmpd="sng" w="9525">
              <a:solidFill>
                <a:schemeClr val="accent1">
                  <a:alpha val="69803"/>
                </a:schemeClr>
              </a:solidFill>
              <a:prstDash val="solid"/>
              <a:miter lim="800000"/>
              <a:headEnd len="med" w="med" type="none"/>
              <a:tailEnd len="med" w="med" type="none"/>
            </a:ln>
          </p:spPr>
        </p:cxnSp>
        <p:sp>
          <p:nvSpPr>
            <p:cNvPr id="185" name="Google Shape;185;p21"/>
            <p:cNvSpPr/>
            <p:nvPr/>
          </p:nvSpPr>
          <p:spPr>
            <a:xfrm>
              <a:off x="6891980" y="172"/>
              <a:ext cx="2269429" cy="6866295"/>
            </a:xfrm>
            <a:custGeom>
              <a:rect b="b" l="l" r="r" t="t"/>
              <a:pathLst>
                <a:path extrusionOk="0" h="6866466" w="2269442">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5686"/>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86" name="Google Shape;186;p21"/>
            <p:cNvSpPr/>
            <p:nvPr/>
          </p:nvSpPr>
          <p:spPr>
            <a:xfrm>
              <a:off x="7204459" y="-8468"/>
              <a:ext cx="1948310" cy="6866295"/>
            </a:xfrm>
            <a:custGeom>
              <a:rect b="b" l="l" r="r" t="t"/>
              <a:pathLst>
                <a:path extrusionOk="0" h="6866467" w="1948147">
                  <a:moveTo>
                    <a:pt x="0" y="0"/>
                  </a:moveTo>
                  <a:lnTo>
                    <a:pt x="1202267" y="6866467"/>
                  </a:lnTo>
                  <a:lnTo>
                    <a:pt x="1947333" y="6866467"/>
                  </a:lnTo>
                  <a:cubicBezTo>
                    <a:pt x="1944511" y="4577645"/>
                    <a:pt x="1950155" y="2288822"/>
                    <a:pt x="1947333" y="0"/>
                  </a:cubicBezTo>
                  <a:lnTo>
                    <a:pt x="0" y="0"/>
                  </a:lnTo>
                  <a:close/>
                </a:path>
              </a:pathLst>
            </a:custGeom>
            <a:solidFill>
              <a:schemeClr val="accent1">
                <a:alpha val="19607"/>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87" name="Google Shape;187;p21"/>
            <p:cNvSpPr/>
            <p:nvPr/>
          </p:nvSpPr>
          <p:spPr>
            <a:xfrm>
              <a:off x="6638542" y="3920066"/>
              <a:ext cx="2512789" cy="2937760"/>
            </a:xfrm>
            <a:custGeom>
              <a:rect b="b" l="l" r="r" t="t"/>
              <a:pathLst>
                <a:path extrusionOk="0" h="3810000" w="3259667">
                  <a:moveTo>
                    <a:pt x="0" y="3810000"/>
                  </a:moveTo>
                  <a:lnTo>
                    <a:pt x="3251200" y="0"/>
                  </a:lnTo>
                  <a:cubicBezTo>
                    <a:pt x="3254022" y="1270000"/>
                    <a:pt x="3256845" y="2540000"/>
                    <a:pt x="3259667" y="3810000"/>
                  </a:cubicBezTo>
                  <a:lnTo>
                    <a:pt x="0" y="3810000"/>
                  </a:lnTo>
                  <a:close/>
                </a:path>
              </a:pathLst>
            </a:custGeom>
            <a:solidFill>
              <a:srgbClr val="17B0E4">
                <a:alpha val="6549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88" name="Google Shape;188;p21"/>
            <p:cNvSpPr/>
            <p:nvPr/>
          </p:nvSpPr>
          <p:spPr>
            <a:xfrm>
              <a:off x="7010060" y="-8468"/>
              <a:ext cx="2142710" cy="6866295"/>
            </a:xfrm>
            <a:custGeom>
              <a:rect b="b" l="l" r="r" t="t"/>
              <a:pathLst>
                <a:path extrusionOk="0" h="6866467" w="2853267">
                  <a:moveTo>
                    <a:pt x="0" y="0"/>
                  </a:moveTo>
                  <a:lnTo>
                    <a:pt x="2472267" y="6866467"/>
                  </a:lnTo>
                  <a:lnTo>
                    <a:pt x="2853267" y="6858000"/>
                  </a:lnTo>
                  <a:lnTo>
                    <a:pt x="2853267" y="0"/>
                  </a:lnTo>
                  <a:lnTo>
                    <a:pt x="0" y="0"/>
                  </a:lnTo>
                  <a:close/>
                </a:path>
              </a:pathLst>
            </a:custGeom>
            <a:solidFill>
              <a:srgbClr val="17B0E4">
                <a:alpha val="4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89" name="Google Shape;189;p21"/>
            <p:cNvSpPr/>
            <p:nvPr/>
          </p:nvSpPr>
          <p:spPr>
            <a:xfrm>
              <a:off x="8295974" y="-8468"/>
              <a:ext cx="856795" cy="6866295"/>
            </a:xfrm>
            <a:custGeom>
              <a:rect b="b" l="l" r="r" t="t"/>
              <a:pathLst>
                <a:path extrusionOk="0" h="6866467" w="1286933">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69803"/>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90" name="Google Shape;190;p21"/>
            <p:cNvSpPr/>
            <p:nvPr/>
          </p:nvSpPr>
          <p:spPr>
            <a:xfrm>
              <a:off x="8094375" y="-8468"/>
              <a:ext cx="1067034" cy="6866295"/>
            </a:xfrm>
            <a:custGeom>
              <a:rect b="b" l="l" r="r" t="t"/>
              <a:pathLst>
                <a:path extrusionOk="0" h="6866467" w="1270244">
                  <a:moveTo>
                    <a:pt x="0" y="0"/>
                  </a:moveTo>
                  <a:lnTo>
                    <a:pt x="1117600" y="6866467"/>
                  </a:lnTo>
                  <a:lnTo>
                    <a:pt x="1270000" y="6866467"/>
                  </a:lnTo>
                  <a:cubicBezTo>
                    <a:pt x="1272822" y="4574822"/>
                    <a:pt x="1250245" y="2291645"/>
                    <a:pt x="1253067" y="0"/>
                  </a:cubicBezTo>
                  <a:lnTo>
                    <a:pt x="0" y="0"/>
                  </a:lnTo>
                  <a:close/>
                </a:path>
              </a:pathLst>
            </a:custGeom>
            <a:solidFill>
              <a:srgbClr val="236292">
                <a:alpha val="8156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91" name="Google Shape;191;p21"/>
            <p:cNvSpPr/>
            <p:nvPr/>
          </p:nvSpPr>
          <p:spPr>
            <a:xfrm>
              <a:off x="8068455" y="4893559"/>
              <a:ext cx="1094395" cy="1964267"/>
            </a:xfrm>
            <a:custGeom>
              <a:rect b="b" l="l" r="r" t="t"/>
              <a:pathLst>
                <a:path extrusionOk="0" h="3268133" w="1820333">
                  <a:moveTo>
                    <a:pt x="0" y="3268133"/>
                  </a:moveTo>
                  <a:lnTo>
                    <a:pt x="1811866" y="0"/>
                  </a:lnTo>
                  <a:cubicBezTo>
                    <a:pt x="1814688" y="1086555"/>
                    <a:pt x="1817511" y="2173111"/>
                    <a:pt x="1820333" y="3259666"/>
                  </a:cubicBezTo>
                  <a:lnTo>
                    <a:pt x="0" y="3268133"/>
                  </a:lnTo>
                  <a:close/>
                </a:path>
              </a:pathLst>
            </a:custGeom>
            <a:solidFill>
              <a:srgbClr val="17B0E4">
                <a:alpha val="6549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grpSp>
      <p:sp>
        <p:nvSpPr>
          <p:cNvPr id="192" name="Google Shape;192;p21"/>
          <p:cNvSpPr txBox="1"/>
          <p:nvPr/>
        </p:nvSpPr>
        <p:spPr>
          <a:xfrm>
            <a:off x="531812" y="871537"/>
            <a:ext cx="504825" cy="644525"/>
          </a:xfrm>
          <a:prstGeom prst="rect">
            <a:avLst/>
          </a:prstGeom>
          <a:noFill/>
          <a:ln>
            <a:noFill/>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Clr>
                <a:srgbClr val="9FE0F5"/>
              </a:buClr>
              <a:buSzPts val="8800"/>
              <a:buFont typeface="Arial"/>
              <a:buNone/>
            </a:pPr>
            <a:r>
              <a:rPr b="0" i="0" lang="en-US" sz="8800" u="none">
                <a:solidFill>
                  <a:srgbClr val="9FE0F5"/>
                </a:solidFill>
                <a:latin typeface="Arial"/>
                <a:ea typeface="Arial"/>
                <a:cs typeface="Arial"/>
                <a:sym typeface="Arial"/>
              </a:rPr>
              <a:t>“</a:t>
            </a:r>
            <a:endParaRPr/>
          </a:p>
        </p:txBody>
      </p:sp>
      <p:sp>
        <p:nvSpPr>
          <p:cNvPr id="193" name="Google Shape;193;p21"/>
          <p:cNvSpPr txBox="1"/>
          <p:nvPr/>
        </p:nvSpPr>
        <p:spPr>
          <a:xfrm>
            <a:off x="7439025" y="3181350"/>
            <a:ext cx="503237" cy="644525"/>
          </a:xfrm>
          <a:prstGeom prst="rect">
            <a:avLst/>
          </a:prstGeom>
          <a:noFill/>
          <a:ln>
            <a:noFill/>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Clr>
                <a:srgbClr val="9FE0F5"/>
              </a:buClr>
              <a:buSzPts val="8800"/>
              <a:buFont typeface="Arial"/>
              <a:buNone/>
            </a:pPr>
            <a:r>
              <a:rPr b="0" i="0" lang="en-US" sz="8800" u="none">
                <a:solidFill>
                  <a:srgbClr val="9FE0F5"/>
                </a:solidFill>
                <a:latin typeface="Arial"/>
                <a:ea typeface="Arial"/>
                <a:cs typeface="Arial"/>
                <a:sym typeface="Arial"/>
              </a:rPr>
              <a:t>”</a:t>
            </a:r>
            <a:endParaRPr/>
          </a:p>
        </p:txBody>
      </p:sp>
      <p:sp>
        <p:nvSpPr>
          <p:cNvPr id="194" name="Google Shape;194;p21"/>
          <p:cNvSpPr txBox="1"/>
          <p:nvPr>
            <p:ph type="title"/>
          </p:nvPr>
        </p:nvSpPr>
        <p:spPr>
          <a:xfrm>
            <a:off x="671512" y="671512"/>
            <a:ext cx="6997700" cy="1455737"/>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2pPr>
            <a:lvl3pPr lvl="2"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3pPr>
            <a:lvl4pPr lvl="3"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4pPr>
            <a:lvl5pPr lvl="4"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95" name="Google Shape;195;p21"/>
          <p:cNvSpPr txBox="1"/>
          <p:nvPr>
            <p:ph idx="1" type="body"/>
          </p:nvPr>
        </p:nvSpPr>
        <p:spPr>
          <a:xfrm>
            <a:off x="671512" y="2381250"/>
            <a:ext cx="6997700" cy="4278312"/>
          </a:xfrm>
          <a:prstGeom prst="rect">
            <a:avLst/>
          </a:prstGeom>
          <a:noFill/>
          <a:ln>
            <a:noFill/>
          </a:ln>
        </p:spPr>
        <p:txBody>
          <a:bodyPr anchorCtr="0" anchor="t" bIns="45700" lIns="91425" spcFirstLastPara="1" rIns="91425" wrap="square" tIns="45700">
            <a:noAutofit/>
          </a:bodyPr>
          <a:lstStyle>
            <a:lvl1pPr indent="-325120" lvl="0" marL="457200" marR="0" rtl="0" algn="l">
              <a:spcBef>
                <a:spcPts val="1100"/>
              </a:spcBef>
              <a:spcAft>
                <a:spcPts val="0"/>
              </a:spcAft>
              <a:buClr>
                <a:schemeClr val="accent1"/>
              </a:buClr>
              <a:buSzPts val="1520"/>
              <a:buFont typeface="Noto Sans Symbols"/>
              <a:buChar char="►"/>
              <a:defRPr b="0" i="0" sz="1900" u="none" cap="none" strike="noStrike">
                <a:solidFill>
                  <a:srgbClr val="404040"/>
                </a:solidFill>
                <a:latin typeface="Trebuchet MS"/>
                <a:ea typeface="Trebuchet MS"/>
                <a:cs typeface="Trebuchet MS"/>
                <a:sym typeface="Trebuchet MS"/>
              </a:defRPr>
            </a:lvl1pPr>
            <a:lvl2pPr indent="-314960" lvl="1" marL="914400" marR="0" rtl="0" algn="l">
              <a:spcBef>
                <a:spcPts val="1100"/>
              </a:spcBef>
              <a:spcAft>
                <a:spcPts val="0"/>
              </a:spcAft>
              <a:buClr>
                <a:schemeClr val="accent1"/>
              </a:buClr>
              <a:buSzPts val="1360"/>
              <a:buFont typeface="Noto Sans Symbols"/>
              <a:buChar char="►"/>
              <a:defRPr b="0" i="0" sz="1700" u="none" cap="none" strike="noStrike">
                <a:solidFill>
                  <a:srgbClr val="404040"/>
                </a:solidFill>
                <a:latin typeface="Trebuchet MS"/>
                <a:ea typeface="Trebuchet MS"/>
                <a:cs typeface="Trebuchet MS"/>
                <a:sym typeface="Trebuchet MS"/>
              </a:defRPr>
            </a:lvl2pPr>
            <a:lvl3pPr indent="-304800" lvl="2" marL="1371600" marR="0" rtl="0" algn="l">
              <a:spcBef>
                <a:spcPts val="1100"/>
              </a:spcBef>
              <a:spcAft>
                <a:spcPts val="0"/>
              </a:spcAft>
              <a:buClr>
                <a:schemeClr val="accent1"/>
              </a:buClr>
              <a:buSzPts val="1200"/>
              <a:buFont typeface="Noto Sans Symbols"/>
              <a:buChar char="►"/>
              <a:defRPr b="0" i="0" sz="1500" u="none" cap="none" strike="noStrike">
                <a:solidFill>
                  <a:srgbClr val="404040"/>
                </a:solidFill>
                <a:latin typeface="Trebuchet MS"/>
                <a:ea typeface="Trebuchet MS"/>
                <a:cs typeface="Trebuchet MS"/>
                <a:sym typeface="Trebuchet MS"/>
              </a:defRPr>
            </a:lvl3pPr>
            <a:lvl4pPr indent="-294640" lvl="3" marL="1828800" marR="0" rtl="0" algn="l">
              <a:spcBef>
                <a:spcPts val="1100"/>
              </a:spcBef>
              <a:spcAft>
                <a:spcPts val="0"/>
              </a:spcAft>
              <a:buClr>
                <a:schemeClr val="accent1"/>
              </a:buClr>
              <a:buSzPts val="1040"/>
              <a:buFont typeface="Noto Sans Symbols"/>
              <a:buChar char="►"/>
              <a:defRPr b="0" i="0" sz="1300" u="none" cap="none" strike="noStrike">
                <a:solidFill>
                  <a:srgbClr val="404040"/>
                </a:solidFill>
                <a:latin typeface="Trebuchet MS"/>
                <a:ea typeface="Trebuchet MS"/>
                <a:cs typeface="Trebuchet MS"/>
                <a:sym typeface="Trebuchet MS"/>
              </a:defRPr>
            </a:lvl4pPr>
            <a:lvl5pPr indent="-294640" lvl="4" marL="2286000" marR="0" rtl="0" algn="l">
              <a:spcBef>
                <a:spcPts val="1100"/>
              </a:spcBef>
              <a:spcAft>
                <a:spcPts val="0"/>
              </a:spcAft>
              <a:buClr>
                <a:schemeClr val="accent1"/>
              </a:buClr>
              <a:buSzPts val="1040"/>
              <a:buFont typeface="Noto Sans Symbols"/>
              <a:buChar char="►"/>
              <a:defRPr b="0" i="0" sz="1300" u="none" cap="none" strike="noStrike">
                <a:solidFill>
                  <a:srgbClr val="404040"/>
                </a:solidFill>
                <a:latin typeface="Trebuchet MS"/>
                <a:ea typeface="Trebuchet MS"/>
                <a:cs typeface="Trebuchet MS"/>
                <a:sym typeface="Trebuchet MS"/>
              </a:defRPr>
            </a:lvl5pPr>
            <a:lvl6pPr indent="-295808" lvl="5" marL="27432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6pPr>
            <a:lvl7pPr indent="-295808" lvl="6" marL="32004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7pPr>
            <a:lvl8pPr indent="-295808" lvl="7" marL="36576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8pPr>
            <a:lvl9pPr indent="-295808" lvl="8" marL="41148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9pPr>
          </a:lstStyle>
          <a:p/>
        </p:txBody>
      </p:sp>
      <p:sp>
        <p:nvSpPr>
          <p:cNvPr id="196" name="Google Shape;196;p21"/>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900" u="none">
                <a:solidFill>
                  <a:srgbClr val="898989"/>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197" name="Google Shape;197;p21"/>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198" name="Google Shape;198;p21"/>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4"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2.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3"/>
          <p:cNvSpPr txBox="1"/>
          <p:nvPr/>
        </p:nvSpPr>
        <p:spPr>
          <a:xfrm>
            <a:off x="503237" y="1768475"/>
            <a:ext cx="9070975" cy="5467350"/>
          </a:xfrm>
          <a:prstGeom prst="rect">
            <a:avLst/>
          </a:prstGeom>
          <a:noFill/>
          <a:ln>
            <a:noFill/>
          </a:ln>
        </p:spPr>
        <p:txBody>
          <a:bodyPr anchorCtr="0" anchor="ctr" bIns="0" lIns="0" spcFirstLastPara="1" rIns="0" wrap="square" tIns="31675">
            <a:noAutofit/>
          </a:bodyPr>
          <a:lstStyle/>
          <a:p>
            <a:pPr indent="0" lvl="0" marL="0" marR="0" rtl="0" algn="ctr">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Cafeteria Helpdesk</a:t>
            </a:r>
            <a:endParaRPr/>
          </a:p>
          <a:p>
            <a:pPr indent="0" lvl="0" marL="0" marR="0" rtl="0" algn="ctr">
              <a:lnSpc>
                <a:spcPct val="93000"/>
              </a:lnSpc>
              <a:spcBef>
                <a:spcPts val="0"/>
              </a:spcBef>
              <a:spcAft>
                <a:spcPts val="0"/>
              </a:spcAft>
              <a:buClr>
                <a:srgbClr val="000000"/>
              </a:buClr>
              <a:buSzPts val="3600"/>
              <a:buFont typeface="Times New Roman"/>
              <a:buNone/>
            </a:pPr>
            <a:r>
              <a:rPr b="0" i="0" lang="en-US" sz="3600" u="none">
                <a:solidFill>
                  <a:srgbClr val="000000"/>
                </a:solidFill>
                <a:latin typeface="Times New Roman"/>
                <a:ea typeface="Times New Roman"/>
                <a:cs typeface="Times New Roman"/>
                <a:sym typeface="Times New Roman"/>
              </a:rPr>
              <a:t> </a:t>
            </a:r>
            <a:endParaRPr/>
          </a:p>
          <a:p>
            <a:pPr indent="0" lvl="0" marL="0" marR="0" rtl="0" algn="ctr">
              <a:lnSpc>
                <a:spcPct val="93000"/>
              </a:lnSpc>
              <a:spcBef>
                <a:spcPts val="0"/>
              </a:spcBef>
              <a:spcAft>
                <a:spcPts val="0"/>
              </a:spcAft>
              <a:buClr>
                <a:schemeClr val="dk1"/>
              </a:buClr>
              <a:buSzPts val="3200"/>
              <a:buFont typeface="Trebuchet MS"/>
              <a:buNone/>
            </a:pPr>
            <a:r>
              <a:t/>
            </a:r>
            <a:endParaRPr b="0" i="0" sz="3200" u="none">
              <a:solidFill>
                <a:srgbClr val="000000"/>
              </a:solidFill>
              <a:latin typeface="Times New Roman"/>
              <a:ea typeface="Times New Roman"/>
              <a:cs typeface="Times New Roman"/>
              <a:sym typeface="Times New Roman"/>
            </a:endParaRPr>
          </a:p>
          <a:p>
            <a:pPr indent="0" lvl="0" marL="0" marR="0" rtl="0" algn="ctr">
              <a:lnSpc>
                <a:spcPct val="93000"/>
              </a:lnSpc>
              <a:spcBef>
                <a:spcPts val="0"/>
              </a:spcBef>
              <a:spcAft>
                <a:spcPts val="0"/>
              </a:spcAft>
              <a:buClr>
                <a:srgbClr val="000000"/>
              </a:buClr>
              <a:buSzPts val="3200"/>
              <a:buFont typeface="Times New Roman"/>
              <a:buNone/>
            </a:pPr>
            <a:r>
              <a:rPr b="1" i="0" lang="en-US" sz="3200" u="none">
                <a:solidFill>
                  <a:srgbClr val="000000"/>
                </a:solidFill>
                <a:latin typeface="Times New Roman"/>
                <a:ea typeface="Times New Roman"/>
                <a:cs typeface="Times New Roman"/>
                <a:sym typeface="Times New Roman"/>
              </a:rPr>
              <a:t>ANUP SINGH (22106104)</a:t>
            </a:r>
            <a:endParaRPr/>
          </a:p>
          <a:p>
            <a:pPr indent="0" lvl="0" marL="0" marR="0" rtl="0" algn="ctr">
              <a:lnSpc>
                <a:spcPct val="93000"/>
              </a:lnSpc>
              <a:spcBef>
                <a:spcPts val="0"/>
              </a:spcBef>
              <a:spcAft>
                <a:spcPts val="0"/>
              </a:spcAft>
              <a:buClr>
                <a:srgbClr val="000000"/>
              </a:buClr>
              <a:buSzPts val="3200"/>
              <a:buFont typeface="Times New Roman"/>
              <a:buNone/>
            </a:pPr>
            <a:r>
              <a:rPr b="1" i="0" lang="en-US" sz="3200" u="none">
                <a:solidFill>
                  <a:srgbClr val="000000"/>
                </a:solidFill>
                <a:latin typeface="Times New Roman"/>
                <a:ea typeface="Times New Roman"/>
                <a:cs typeface="Times New Roman"/>
                <a:sym typeface="Times New Roman"/>
              </a:rPr>
              <a:t>YOGESH VARTAK (22106119)</a:t>
            </a:r>
            <a:endParaRPr/>
          </a:p>
          <a:p>
            <a:pPr indent="0" lvl="0" marL="0" marR="0" rtl="0" algn="ctr">
              <a:lnSpc>
                <a:spcPct val="93000"/>
              </a:lnSpc>
              <a:spcBef>
                <a:spcPts val="0"/>
              </a:spcBef>
              <a:spcAft>
                <a:spcPts val="0"/>
              </a:spcAft>
              <a:buClr>
                <a:srgbClr val="000000"/>
              </a:buClr>
              <a:buSzPts val="3200"/>
              <a:buFont typeface="Times New Roman"/>
              <a:buNone/>
            </a:pPr>
            <a:r>
              <a:rPr b="1" i="0" lang="en-US" sz="3200" u="none">
                <a:solidFill>
                  <a:srgbClr val="000000"/>
                </a:solidFill>
                <a:latin typeface="Times New Roman"/>
                <a:ea typeface="Times New Roman"/>
                <a:cs typeface="Times New Roman"/>
                <a:sym typeface="Times New Roman"/>
              </a:rPr>
              <a:t>SOHAM WARADKAR (23206002)</a:t>
            </a:r>
            <a:endParaRPr/>
          </a:p>
          <a:p>
            <a:pPr indent="0" lvl="0" marL="0" marR="0" rtl="0" algn="ctr">
              <a:lnSpc>
                <a:spcPct val="93000"/>
              </a:lnSpc>
              <a:spcBef>
                <a:spcPts val="0"/>
              </a:spcBef>
              <a:spcAft>
                <a:spcPts val="0"/>
              </a:spcAft>
              <a:buClr>
                <a:srgbClr val="000000"/>
              </a:buClr>
              <a:buSzPts val="3200"/>
              <a:buFont typeface="Times New Roman"/>
              <a:buNone/>
            </a:pPr>
            <a:r>
              <a:rPr b="1" i="0" lang="en-US" sz="3200" u="none">
                <a:solidFill>
                  <a:srgbClr val="000000"/>
                </a:solidFill>
                <a:latin typeface="Times New Roman"/>
                <a:ea typeface="Times New Roman"/>
                <a:cs typeface="Times New Roman"/>
                <a:sym typeface="Times New Roman"/>
              </a:rPr>
              <a:t>RAJ PATIL (22106135)</a:t>
            </a:r>
            <a:endParaRPr/>
          </a:p>
          <a:p>
            <a:pPr indent="0" lvl="0" marL="0" marR="0" rtl="0" algn="ctr">
              <a:lnSpc>
                <a:spcPct val="93000"/>
              </a:lnSpc>
              <a:spcBef>
                <a:spcPts val="0"/>
              </a:spcBef>
              <a:spcAft>
                <a:spcPts val="0"/>
              </a:spcAft>
              <a:buClr>
                <a:schemeClr val="dk1"/>
              </a:buClr>
              <a:buSzPts val="3200"/>
              <a:buFont typeface="Trebuchet MS"/>
              <a:buNone/>
            </a:pPr>
            <a:r>
              <a:t/>
            </a:r>
            <a:endParaRPr b="0" i="0" sz="3200" u="none">
              <a:solidFill>
                <a:srgbClr val="000000"/>
              </a:solidFill>
              <a:latin typeface="Times New Roman"/>
              <a:ea typeface="Times New Roman"/>
              <a:cs typeface="Times New Roman"/>
              <a:sym typeface="Times New Roman"/>
            </a:endParaRPr>
          </a:p>
          <a:p>
            <a:pPr indent="0" lvl="0" marL="0" marR="0" rtl="0" algn="ctr">
              <a:lnSpc>
                <a:spcPct val="93000"/>
              </a:lnSpc>
              <a:spcBef>
                <a:spcPts val="0"/>
              </a:spcBef>
              <a:spcAft>
                <a:spcPts val="0"/>
              </a:spcAft>
              <a:buClr>
                <a:srgbClr val="000000"/>
              </a:buClr>
              <a:buSzPts val="2800"/>
              <a:buFont typeface="Times New Roman"/>
              <a:buNone/>
            </a:pPr>
            <a:r>
              <a:rPr b="1" i="0" lang="en-US" sz="2800" u="none">
                <a:solidFill>
                  <a:srgbClr val="000000"/>
                </a:solidFill>
                <a:latin typeface="Times New Roman"/>
                <a:ea typeface="Times New Roman"/>
                <a:cs typeface="Times New Roman"/>
                <a:sym typeface="Times New Roman"/>
              </a:rPr>
              <a:t>Project Guide</a:t>
            </a:r>
            <a:endParaRPr/>
          </a:p>
          <a:p>
            <a:pPr indent="0" lvl="0" marL="0" marR="0" rtl="0" algn="ctr">
              <a:lnSpc>
                <a:spcPct val="93000"/>
              </a:lnSpc>
              <a:spcBef>
                <a:spcPts val="0"/>
              </a:spcBef>
              <a:spcAft>
                <a:spcPts val="0"/>
              </a:spcAft>
              <a:buClr>
                <a:srgbClr val="000000"/>
              </a:buClr>
              <a:buSzPts val="2400"/>
              <a:buFont typeface="Times New Roman"/>
              <a:buNone/>
            </a:pPr>
            <a:r>
              <a:rPr b="1" i="0" lang="en-US" sz="2400" u="none">
                <a:solidFill>
                  <a:srgbClr val="000000"/>
                </a:solidFill>
                <a:latin typeface="Times New Roman"/>
                <a:ea typeface="Times New Roman"/>
                <a:cs typeface="Times New Roman"/>
                <a:sym typeface="Times New Roman"/>
              </a:rPr>
              <a:t>Prof. SUMEET SHINGI  </a:t>
            </a:r>
            <a:endParaRPr/>
          </a:p>
        </p:txBody>
      </p:sp>
      <p:cxnSp>
        <p:nvCxnSpPr>
          <p:cNvPr id="212" name="Google Shape;212;p23"/>
          <p:cNvCxnSpPr/>
          <p:nvPr/>
        </p:nvCxnSpPr>
        <p:spPr>
          <a:xfrm>
            <a:off x="0" y="1743075"/>
            <a:ext cx="10080625" cy="0"/>
          </a:xfrm>
          <a:prstGeom prst="straightConnector1">
            <a:avLst/>
          </a:prstGeom>
          <a:noFill/>
          <a:ln cap="rnd" cmpd="sng" w="25400">
            <a:solidFill>
              <a:schemeClr val="dk1"/>
            </a:solidFill>
            <a:prstDash val="solid"/>
            <a:miter lim="800000"/>
            <a:headEnd len="med" w="med" type="none"/>
            <a:tailEnd len="med" w="med" type="none"/>
          </a:ln>
          <a:effectLst>
            <a:outerShdw blurRad="63500" dir="5400000" dist="25400">
              <a:srgbClr val="000000">
                <a:alpha val="34901"/>
              </a:srgbClr>
            </a:outerShdw>
          </a:effectLst>
        </p:spPr>
      </p:cxnSp>
      <p:pic>
        <p:nvPicPr>
          <p:cNvPr id="213" name="Google Shape;213;p23"/>
          <p:cNvPicPr preferRelativeResize="0"/>
          <p:nvPr/>
        </p:nvPicPr>
        <p:blipFill rotWithShape="1">
          <a:blip r:embed="rId3">
            <a:alphaModFix/>
          </a:blip>
          <a:srcRect b="0" l="0" r="0" t="0"/>
          <a:stretch/>
        </p:blipFill>
        <p:spPr>
          <a:xfrm>
            <a:off x="863600" y="179387"/>
            <a:ext cx="7705725" cy="1371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4"/>
          <p:cNvSpPr txBox="1"/>
          <p:nvPr/>
        </p:nvSpPr>
        <p:spPr>
          <a:xfrm>
            <a:off x="504825" y="144462"/>
            <a:ext cx="9070975" cy="1057275"/>
          </a:xfrm>
          <a:prstGeom prst="rect">
            <a:avLst/>
          </a:prstGeom>
          <a:noFill/>
          <a:ln>
            <a:noFill/>
          </a:ln>
        </p:spPr>
        <p:txBody>
          <a:bodyPr anchorCtr="0" anchor="ctr" bIns="0" lIns="0" spcFirstLastPara="1" rIns="0" wrap="square" tIns="31675">
            <a:noAutofit/>
          </a:bodyPr>
          <a:lstStyle/>
          <a:p>
            <a:pPr indent="0" lvl="0" marL="0" marR="0" rtl="0" algn="ctr">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Outline</a:t>
            </a:r>
            <a:endParaRPr/>
          </a:p>
        </p:txBody>
      </p:sp>
      <p:sp>
        <p:nvSpPr>
          <p:cNvPr id="220" name="Google Shape;220;p24"/>
          <p:cNvSpPr txBox="1"/>
          <p:nvPr/>
        </p:nvSpPr>
        <p:spPr>
          <a:xfrm>
            <a:off x="504825" y="1236662"/>
            <a:ext cx="9323387" cy="5578475"/>
          </a:xfrm>
          <a:prstGeom prst="rect">
            <a:avLst/>
          </a:prstGeom>
          <a:noFill/>
          <a:ln>
            <a:noFill/>
          </a:ln>
        </p:spPr>
        <p:txBody>
          <a:bodyPr anchorCtr="0" anchor="t" bIns="0" lIns="0" spcFirstLastPara="1" rIns="0" wrap="square" tIns="21225">
            <a:noAutofit/>
          </a:bodyPr>
          <a:lstStyle/>
          <a:p>
            <a:pPr indent="-342900" lvl="0" marL="450850" marR="0" rtl="0" algn="just">
              <a:lnSpc>
                <a:spcPct val="15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Introduction</a:t>
            </a:r>
            <a:endParaRPr/>
          </a:p>
          <a:p>
            <a:pPr indent="-342900" lvl="0" marL="450850" marR="0" rtl="0" algn="just">
              <a:lnSpc>
                <a:spcPct val="15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Problem statement </a:t>
            </a:r>
            <a:endParaRPr/>
          </a:p>
          <a:p>
            <a:pPr indent="-342900" lvl="0" marL="450850" marR="0" rtl="0" algn="just">
              <a:lnSpc>
                <a:spcPct val="15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Objective</a:t>
            </a:r>
            <a:endParaRPr/>
          </a:p>
          <a:p>
            <a:pPr indent="-342900" lvl="0" marL="450850" marR="0" rtl="0" algn="just">
              <a:lnSpc>
                <a:spcPct val="15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Limitations of the existing systems</a:t>
            </a:r>
            <a:endParaRPr/>
          </a:p>
          <a:p>
            <a:pPr indent="-342900" lvl="0" marL="450850" marR="0" rtl="0" algn="just">
              <a:lnSpc>
                <a:spcPct val="15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System Design</a:t>
            </a:r>
            <a:endParaRPr/>
          </a:p>
          <a:p>
            <a:pPr indent="-342900" lvl="0" marL="450850" marR="0" rtl="0" algn="just">
              <a:lnSpc>
                <a:spcPct val="15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Tech- Stack </a:t>
            </a:r>
            <a:endParaRPr/>
          </a:p>
          <a:p>
            <a:pPr indent="-342900" lvl="0" marL="450850" marR="0" rtl="0" algn="just">
              <a:lnSpc>
                <a:spcPct val="15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Conclusion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 name="Shape 225"/>
        <p:cNvGrpSpPr/>
        <p:nvPr/>
      </p:nvGrpSpPr>
      <p:grpSpPr>
        <a:xfrm>
          <a:off x="0" y="0"/>
          <a:ext cx="0" cy="0"/>
          <a:chOff x="0" y="0"/>
          <a:chExt cx="0" cy="0"/>
        </a:xfrm>
      </p:grpSpPr>
      <p:sp>
        <p:nvSpPr>
          <p:cNvPr id="226" name="Google Shape;226;p25"/>
          <p:cNvSpPr txBox="1"/>
          <p:nvPr/>
        </p:nvSpPr>
        <p:spPr>
          <a:xfrm>
            <a:off x="503237" y="301625"/>
            <a:ext cx="9070975" cy="1262062"/>
          </a:xfrm>
          <a:prstGeom prst="rect">
            <a:avLst/>
          </a:prstGeom>
          <a:noFill/>
          <a:ln>
            <a:noFill/>
          </a:ln>
        </p:spPr>
        <p:txBody>
          <a:bodyPr anchorCtr="0" anchor="ctr" bIns="0" lIns="0" spcFirstLastPara="1" rIns="0" wrap="square" tIns="31675">
            <a:noAutofit/>
          </a:bodyPr>
          <a:lstStyle/>
          <a:p>
            <a:pPr indent="0" lvl="0" marL="0" marR="0" rtl="0" algn="ctr">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Introduction</a:t>
            </a:r>
            <a:endParaRPr/>
          </a:p>
        </p:txBody>
      </p:sp>
      <p:sp>
        <p:nvSpPr>
          <p:cNvPr id="227" name="Google Shape;227;p25"/>
          <p:cNvSpPr txBox="1"/>
          <p:nvPr/>
        </p:nvSpPr>
        <p:spPr>
          <a:xfrm>
            <a:off x="412750" y="1563687"/>
            <a:ext cx="9251950" cy="55356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Food takeaway queues cause delays, especially during peak hours.</a:t>
            </a:r>
            <a:endParaRPr/>
          </a:p>
          <a:p>
            <a:pPr indent="-190500" lvl="0" marL="342900" marR="0" rtl="0" algn="l">
              <a:lnSpc>
                <a:spcPct val="100000"/>
              </a:lnSpc>
              <a:spcBef>
                <a:spcPts val="48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Many customers experience uncertainty about their food readiness status.</a:t>
            </a:r>
            <a:endParaRPr/>
          </a:p>
          <a:p>
            <a:pPr indent="-190500" lvl="0" marL="342900" marR="0" rtl="0" algn="l">
              <a:lnSpc>
                <a:spcPct val="100000"/>
              </a:lnSpc>
              <a:spcBef>
                <a:spcPts val="48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Our app allows customers to order food remotely, track real-time preparation status, and visit the Cafeteria at the exact pickup time.</a:t>
            </a:r>
            <a:endParaRPr/>
          </a:p>
          <a:p>
            <a:pPr indent="-190500" lvl="0" marL="342900" marR="0" rtl="0" algn="l">
              <a:lnSpc>
                <a:spcPct val="100000"/>
              </a:lnSpc>
              <a:spcBef>
                <a:spcPts val="48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This avoids long queues, improves customer satisfaction, and helps hotels manage peak demand efficiently.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6"/>
          <p:cNvSpPr txBox="1"/>
          <p:nvPr>
            <p:ph type="title"/>
          </p:nvPr>
        </p:nvSpPr>
        <p:spPr>
          <a:xfrm>
            <a:off x="671512" y="671512"/>
            <a:ext cx="6997700" cy="1455737"/>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 Problem statement </a:t>
            </a:r>
            <a:endParaRPr/>
          </a:p>
        </p:txBody>
      </p:sp>
      <p:sp>
        <p:nvSpPr>
          <p:cNvPr id="233" name="Google Shape;233;p26"/>
          <p:cNvSpPr txBox="1"/>
          <p:nvPr>
            <p:ph idx="1" type="body"/>
          </p:nvPr>
        </p:nvSpPr>
        <p:spPr>
          <a:xfrm>
            <a:off x="215900" y="1763712"/>
            <a:ext cx="8640762" cy="5616575"/>
          </a:xfrm>
          <a:prstGeom prst="rect">
            <a:avLst/>
          </a:prstGeom>
          <a:noFill/>
          <a:ln>
            <a:noFill/>
          </a:ln>
        </p:spPr>
        <p:txBody>
          <a:bodyPr anchorCtr="0" anchor="t" bIns="45700" lIns="91425" spcFirstLastPara="1" rIns="91425" wrap="square" tIns="45700">
            <a:noAutofit/>
          </a:bodyPr>
          <a:lstStyle/>
          <a:p>
            <a:pPr indent="-377825" lvl="0" marL="377825" marR="0" rtl="0" algn="just">
              <a:lnSpc>
                <a:spcPct val="100000"/>
              </a:lnSpc>
              <a:spcBef>
                <a:spcPts val="0"/>
              </a:spcBef>
              <a:spcAft>
                <a:spcPts val="0"/>
              </a:spcAft>
              <a:buClr>
                <a:schemeClr val="accent1"/>
              </a:buClr>
              <a:buSzPts val="1920"/>
              <a:buFont typeface="Arial"/>
              <a:buChar char="•"/>
            </a:pPr>
            <a:r>
              <a:rPr b="0" i="0" lang="en-US" sz="2400" u="none" cap="none" strike="noStrike">
                <a:solidFill>
                  <a:srgbClr val="404040"/>
                </a:solidFill>
                <a:latin typeface="Times New Roman"/>
                <a:ea typeface="Times New Roman"/>
                <a:cs typeface="Times New Roman"/>
                <a:sym typeface="Times New Roman"/>
              </a:rPr>
              <a:t>In many restaurants and hotels, customers placing takeaway orders are often required to wait in long queues due to unpredictable food preparation times and lack of communication between the kitchen and the customer. This leads to customer dissatisfaction, time wastage, and inefficient crowd management.</a:t>
            </a:r>
            <a:br>
              <a:rPr b="0" i="0" lang="en-US" sz="2400" u="none" cap="none" strike="noStrike">
                <a:solidFill>
                  <a:srgbClr val="404040"/>
                </a:solidFill>
                <a:latin typeface="Times New Roman"/>
                <a:ea typeface="Times New Roman"/>
                <a:cs typeface="Times New Roman"/>
                <a:sym typeface="Times New Roman"/>
              </a:rPr>
            </a:br>
            <a:endParaRPr/>
          </a:p>
          <a:p>
            <a:pPr indent="-377825" lvl="0" marL="377825" marR="0" rtl="0" algn="just">
              <a:lnSpc>
                <a:spcPct val="100000"/>
              </a:lnSpc>
              <a:spcBef>
                <a:spcPts val="480"/>
              </a:spcBef>
              <a:spcAft>
                <a:spcPts val="0"/>
              </a:spcAft>
              <a:buClr>
                <a:schemeClr val="accent1"/>
              </a:buClr>
              <a:buSzPts val="1920"/>
              <a:buFont typeface="Arial"/>
              <a:buChar char="•"/>
            </a:pPr>
            <a:r>
              <a:rPr b="0" i="0" lang="en-US" sz="2400" u="none" cap="none" strike="noStrike">
                <a:solidFill>
                  <a:srgbClr val="404040"/>
                </a:solidFill>
                <a:latin typeface="Times New Roman"/>
                <a:ea typeface="Times New Roman"/>
                <a:cs typeface="Times New Roman"/>
                <a:sym typeface="Times New Roman"/>
              </a:rPr>
              <a:t>To address this, there is a need for a system that can allow customers to place food orders in advance, receive real-time updates about the food preparation status, and get an accurate estimated time of readiness. Such a system would enable customers to arrive just in time to collect their food, significantly reducing queue times and improving the overall takeaway experience.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 name="Shape 238"/>
        <p:cNvGrpSpPr/>
        <p:nvPr/>
      </p:nvGrpSpPr>
      <p:grpSpPr>
        <a:xfrm>
          <a:off x="0" y="0"/>
          <a:ext cx="0" cy="0"/>
          <a:chOff x="0" y="0"/>
          <a:chExt cx="0" cy="0"/>
        </a:xfrm>
      </p:grpSpPr>
      <p:sp>
        <p:nvSpPr>
          <p:cNvPr id="239" name="Google Shape;239;p27"/>
          <p:cNvSpPr txBox="1"/>
          <p:nvPr/>
        </p:nvSpPr>
        <p:spPr>
          <a:xfrm>
            <a:off x="503237" y="301625"/>
            <a:ext cx="9070975" cy="1262062"/>
          </a:xfrm>
          <a:prstGeom prst="rect">
            <a:avLst/>
          </a:prstGeom>
          <a:noFill/>
          <a:ln>
            <a:noFill/>
          </a:ln>
        </p:spPr>
        <p:txBody>
          <a:bodyPr anchorCtr="0" anchor="ctr" bIns="0" lIns="0" spcFirstLastPara="1" rIns="0" wrap="square" tIns="31675">
            <a:noAutofit/>
          </a:bodyPr>
          <a:lstStyle/>
          <a:p>
            <a:pPr indent="0" lvl="0" marL="0" marR="0" rtl="0" algn="ctr">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Objectives</a:t>
            </a:r>
            <a:endParaRPr/>
          </a:p>
        </p:txBody>
      </p:sp>
      <p:sp>
        <p:nvSpPr>
          <p:cNvPr id="240" name="Google Shape;240;p27"/>
          <p:cNvSpPr txBox="1"/>
          <p:nvPr/>
        </p:nvSpPr>
        <p:spPr>
          <a:xfrm>
            <a:off x="412750" y="1563687"/>
            <a:ext cx="9251950" cy="55356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To Enable customers to order food via a mobile/web application.</a:t>
            </a:r>
            <a:endParaRPr/>
          </a:p>
          <a:p>
            <a:pPr indent="-190500" lvl="0" marL="342900" marR="0" rtl="0" algn="l">
              <a:lnSpc>
                <a:spcPct val="100000"/>
              </a:lnSpc>
              <a:spcBef>
                <a:spcPts val="48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To Provide estimated preparation time and real-time updates.</a:t>
            </a:r>
            <a:endParaRPr/>
          </a:p>
          <a:p>
            <a:pPr indent="-190500" lvl="0" marL="342900" marR="0" rtl="0" algn="l">
              <a:lnSpc>
                <a:spcPct val="100000"/>
              </a:lnSpc>
              <a:spcBef>
                <a:spcPts val="48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To Reduce wait time by ensuring customer arrives just-in-time.</a:t>
            </a:r>
            <a:endParaRPr/>
          </a:p>
          <a:p>
            <a:pPr indent="-190500" lvl="0" marL="342900" marR="0" rtl="0" algn="l">
              <a:lnSpc>
                <a:spcPct val="100000"/>
              </a:lnSpc>
              <a:spcBef>
                <a:spcPts val="48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To Optimize Restaurant’s  kitchen operations by managing order queue dynamically.</a:t>
            </a:r>
            <a:endParaRPr/>
          </a:p>
          <a:p>
            <a:pPr indent="-190500" lvl="0" marL="342900" marR="0" rtl="0" algn="l">
              <a:lnSpc>
                <a:spcPct val="100000"/>
              </a:lnSpc>
              <a:spcBef>
                <a:spcPts val="48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To allow Restaurants to manage and prioritize orders efficiently based on preparation time and customer arrival schedules.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28"/>
          <p:cNvSpPr txBox="1"/>
          <p:nvPr/>
        </p:nvSpPr>
        <p:spPr>
          <a:xfrm>
            <a:off x="503237" y="301625"/>
            <a:ext cx="9070975" cy="1262062"/>
          </a:xfrm>
          <a:prstGeom prst="rect">
            <a:avLst/>
          </a:prstGeom>
          <a:noFill/>
          <a:ln>
            <a:noFill/>
          </a:ln>
        </p:spPr>
        <p:txBody>
          <a:bodyPr anchorCtr="0" anchor="ctr" bIns="0" lIns="0" spcFirstLastPara="1" rIns="0" wrap="square" tIns="31675">
            <a:noAutofit/>
          </a:bodyPr>
          <a:lstStyle/>
          <a:p>
            <a:pPr indent="0" lvl="0" marL="0" marR="0" rtl="0" algn="ctr">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 Limitations of Existing Systems </a:t>
            </a:r>
            <a:endParaRPr/>
          </a:p>
        </p:txBody>
      </p:sp>
      <p:sp>
        <p:nvSpPr>
          <p:cNvPr id="247" name="Google Shape;247;p28"/>
          <p:cNvSpPr txBox="1"/>
          <p:nvPr/>
        </p:nvSpPr>
        <p:spPr>
          <a:xfrm>
            <a:off x="503237" y="1768475"/>
            <a:ext cx="9070975" cy="4989512"/>
          </a:xfrm>
          <a:prstGeom prst="rect">
            <a:avLst/>
          </a:prstGeom>
          <a:noFill/>
          <a:ln>
            <a:noFill/>
          </a:ln>
        </p:spPr>
        <p:txBody>
          <a:bodyPr anchorCtr="0" anchor="t" bIns="0" lIns="0" spcFirstLastPara="1" rIns="0" wrap="square" tIns="21225">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248" name="Google Shape;248;p28"/>
          <p:cNvSpPr txBox="1"/>
          <p:nvPr/>
        </p:nvSpPr>
        <p:spPr>
          <a:xfrm>
            <a:off x="360362" y="1768475"/>
            <a:ext cx="8783637" cy="41544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From the literature review of existing systems, we find that, </a:t>
            </a:r>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 No real-time status updates on food preparation.</a:t>
            </a:r>
            <a:endParaRPr/>
          </a:p>
          <a:p>
            <a:pPr indent="0" lvl="0" marL="0" marR="0" rtl="0" algn="l">
              <a:lnSpc>
                <a:spcPct val="100000"/>
              </a:lnSpc>
              <a:spcBef>
                <a:spcPts val="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Manual queue handling leads to long waiting times.</a:t>
            </a:r>
            <a:endParaRPr/>
          </a:p>
          <a:p>
            <a:pPr indent="0" lvl="0" marL="0" marR="0" rtl="0" algn="l">
              <a:lnSpc>
                <a:spcPct val="100000"/>
              </a:lnSpc>
              <a:spcBef>
                <a:spcPts val="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Customers often arrive before or after food is ready, creating inefficiencies.</a:t>
            </a:r>
            <a:endParaRPr/>
          </a:p>
          <a:p>
            <a:pPr indent="0" lvl="0" marL="0" marR="0" rtl="0" algn="l">
              <a:lnSpc>
                <a:spcPct val="100000"/>
              </a:lnSpc>
              <a:spcBef>
                <a:spcPts val="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Most apps focus on delivery, not in-person pickup optimization.</a:t>
            </a:r>
            <a:endParaRPr/>
          </a:p>
          <a:p>
            <a:pPr indent="0" lvl="0" marL="0" marR="0" rtl="0" algn="l">
              <a:lnSpc>
                <a:spcPct val="100000"/>
              </a:lnSpc>
              <a:spcBef>
                <a:spcPts val="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Lack of communication between hotel kitchen and customer.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sp>
        <p:nvSpPr>
          <p:cNvPr id="254" name="Google Shape;254;p29"/>
          <p:cNvSpPr txBox="1"/>
          <p:nvPr/>
        </p:nvSpPr>
        <p:spPr>
          <a:xfrm>
            <a:off x="503237" y="301625"/>
            <a:ext cx="9070975" cy="1262062"/>
          </a:xfrm>
          <a:prstGeom prst="rect">
            <a:avLst/>
          </a:prstGeom>
          <a:noFill/>
          <a:ln>
            <a:noFill/>
          </a:ln>
        </p:spPr>
        <p:txBody>
          <a:bodyPr anchorCtr="0" anchor="ctr" bIns="0" lIns="0" spcFirstLastPara="1" rIns="0" wrap="square" tIns="31675">
            <a:noAutofit/>
          </a:bodyPr>
          <a:lstStyle/>
          <a:p>
            <a:pPr indent="0" lvl="0" marL="0" marR="0" rtl="0" algn="ctr">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System Design</a:t>
            </a:r>
            <a:endParaRPr/>
          </a:p>
        </p:txBody>
      </p:sp>
      <p:sp>
        <p:nvSpPr>
          <p:cNvPr id="255" name="Google Shape;255;p29"/>
          <p:cNvSpPr txBox="1"/>
          <p:nvPr/>
        </p:nvSpPr>
        <p:spPr>
          <a:xfrm>
            <a:off x="503237" y="1768475"/>
            <a:ext cx="9070975" cy="4989512"/>
          </a:xfrm>
          <a:prstGeom prst="rect">
            <a:avLst/>
          </a:prstGeom>
          <a:noFill/>
          <a:ln>
            <a:noFill/>
          </a:ln>
        </p:spPr>
        <p:txBody>
          <a:bodyPr anchorCtr="0" anchor="t" bIns="0" lIns="0" spcFirstLastPara="1" rIns="0" wrap="square" tIns="21225">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256" name="Google Shape;256;p29"/>
          <p:cNvSpPr txBox="1"/>
          <p:nvPr/>
        </p:nvSpPr>
        <p:spPr>
          <a:xfrm>
            <a:off x="1587" y="1403350"/>
            <a:ext cx="970597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rebuchet MS"/>
              <a:buNone/>
            </a:pPr>
            <a:r>
              <a:rPr b="0" i="0" lang="en-US" sz="1800" u="none">
                <a:solidFill>
                  <a:schemeClr val="dk1"/>
                </a:solidFill>
                <a:latin typeface="Trebuchet MS"/>
                <a:ea typeface="Trebuchet MS"/>
                <a:cs typeface="Trebuchet MS"/>
                <a:sym typeface="Trebuchet MS"/>
              </a:rPr>
              <a:t>                     </a:t>
            </a:r>
            <a:endParaRPr/>
          </a:p>
        </p:txBody>
      </p:sp>
      <p:pic>
        <p:nvPicPr>
          <p:cNvPr id="257" name="Google Shape;257;p29"/>
          <p:cNvPicPr preferRelativeResize="0"/>
          <p:nvPr/>
        </p:nvPicPr>
        <p:blipFill rotWithShape="1">
          <a:blip r:embed="rId3">
            <a:alphaModFix/>
          </a:blip>
          <a:srcRect b="0" l="0" r="0" t="0"/>
          <a:stretch/>
        </p:blipFill>
        <p:spPr>
          <a:xfrm>
            <a:off x="2952750" y="1563687"/>
            <a:ext cx="2951162" cy="599598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2" name="Shape 262"/>
        <p:cNvGrpSpPr/>
        <p:nvPr/>
      </p:nvGrpSpPr>
      <p:grpSpPr>
        <a:xfrm>
          <a:off x="0" y="0"/>
          <a:ext cx="0" cy="0"/>
          <a:chOff x="0" y="0"/>
          <a:chExt cx="0" cy="0"/>
        </a:xfrm>
      </p:grpSpPr>
      <p:sp>
        <p:nvSpPr>
          <p:cNvPr id="263" name="Google Shape;263;p30"/>
          <p:cNvSpPr txBox="1"/>
          <p:nvPr/>
        </p:nvSpPr>
        <p:spPr>
          <a:xfrm>
            <a:off x="503237" y="301625"/>
            <a:ext cx="9070975" cy="1262062"/>
          </a:xfrm>
          <a:prstGeom prst="rect">
            <a:avLst/>
          </a:prstGeom>
          <a:noFill/>
          <a:ln>
            <a:noFill/>
          </a:ln>
        </p:spPr>
        <p:txBody>
          <a:bodyPr anchorCtr="0" anchor="ctr" bIns="0" lIns="0" spcFirstLastPara="1" rIns="0" wrap="square" tIns="31675">
            <a:noAutofit/>
          </a:bodyPr>
          <a:lstStyle/>
          <a:p>
            <a:pPr indent="0" lvl="0" marL="0" marR="0" rtl="0" algn="ctr">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Technologies and methodologies </a:t>
            </a:r>
            <a:endParaRPr/>
          </a:p>
        </p:txBody>
      </p:sp>
      <p:sp>
        <p:nvSpPr>
          <p:cNvPr id="264" name="Google Shape;264;p30"/>
          <p:cNvSpPr txBox="1"/>
          <p:nvPr/>
        </p:nvSpPr>
        <p:spPr>
          <a:xfrm>
            <a:off x="393700" y="1835150"/>
            <a:ext cx="9180512" cy="5608637"/>
          </a:xfrm>
          <a:prstGeom prst="rect">
            <a:avLst/>
          </a:prstGeom>
          <a:noFill/>
          <a:ln>
            <a:noFill/>
          </a:ln>
        </p:spPr>
        <p:txBody>
          <a:bodyPr anchorCtr="0" anchor="t" bIns="45700" lIns="91425" spcFirstLastPara="1" rIns="91425" wrap="square" tIns="45700">
            <a:noAutofit/>
          </a:bodyPr>
          <a:lstStyle/>
          <a:p>
            <a:pPr indent="-215900" lvl="0" marL="342900" marR="0" rtl="0" algn="just">
              <a:lnSpc>
                <a:spcPct val="100000"/>
              </a:lnSpc>
              <a:spcBef>
                <a:spcPts val="0"/>
              </a:spcBef>
              <a:spcAft>
                <a:spcPts val="0"/>
              </a:spcAft>
              <a:buClr>
                <a:schemeClr val="dk1"/>
              </a:buClr>
              <a:buSzPts val="2000"/>
              <a:buFont typeface="Arial"/>
              <a:buNone/>
            </a:pPr>
            <a:r>
              <a:t/>
            </a:r>
            <a:endParaRPr b="0" i="0" sz="2000" u="none">
              <a:solidFill>
                <a:srgbClr val="000000"/>
              </a:solidFill>
              <a:latin typeface="Arial"/>
              <a:ea typeface="Arial"/>
              <a:cs typeface="Arial"/>
              <a:sym typeface="Arial"/>
            </a:endParaRPr>
          </a:p>
          <a:p>
            <a:pPr indent="-215900" lvl="0" marL="342900" marR="0" rtl="0" algn="just">
              <a:lnSpc>
                <a:spcPct val="100000"/>
              </a:lnSpc>
              <a:spcBef>
                <a:spcPts val="400"/>
              </a:spcBef>
              <a:spcAft>
                <a:spcPts val="0"/>
              </a:spcAft>
              <a:buClr>
                <a:schemeClr val="dk1"/>
              </a:buClr>
              <a:buSzPts val="2000"/>
              <a:buFont typeface="Arial"/>
              <a:buNone/>
            </a:pPr>
            <a:r>
              <a:t/>
            </a:r>
            <a:endParaRPr b="0" i="0" sz="2000" u="none">
              <a:solidFill>
                <a:srgbClr val="000000"/>
              </a:solidFill>
              <a:latin typeface="Arial"/>
              <a:ea typeface="Arial"/>
              <a:cs typeface="Arial"/>
              <a:sym typeface="Arial"/>
            </a:endParaRPr>
          </a:p>
          <a:p>
            <a:pPr indent="-342900" lvl="0" marL="342900" marR="0" rtl="0" algn="just">
              <a:lnSpc>
                <a:spcPct val="100000"/>
              </a:lnSpc>
              <a:spcBef>
                <a:spcPts val="400"/>
              </a:spcBef>
              <a:spcAft>
                <a:spcPts val="0"/>
              </a:spcAft>
              <a:buClr>
                <a:schemeClr val="dk1"/>
              </a:buClr>
              <a:buSzPts val="2000"/>
              <a:buFont typeface="Trebuchet MS"/>
              <a:buNone/>
            </a:pPr>
            <a:r>
              <a:t/>
            </a:r>
            <a:endParaRPr b="0" i="0" sz="2000" u="non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000" u="none">
              <a:solidFill>
                <a:srgbClr val="000000"/>
              </a:solidFill>
              <a:latin typeface="Arial"/>
              <a:ea typeface="Arial"/>
              <a:cs typeface="Arial"/>
              <a:sym typeface="Arial"/>
            </a:endParaRPr>
          </a:p>
        </p:txBody>
      </p:sp>
      <p:sp>
        <p:nvSpPr>
          <p:cNvPr id="265" name="Google Shape;265;p30"/>
          <p:cNvSpPr txBox="1"/>
          <p:nvPr/>
        </p:nvSpPr>
        <p:spPr>
          <a:xfrm>
            <a:off x="527050" y="1585912"/>
            <a:ext cx="9047162" cy="52244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600"/>
              <a:buFont typeface="Times New Roman"/>
              <a:buNone/>
            </a:pPr>
            <a:r>
              <a:rPr b="1" i="0" lang="en-US" sz="2600" u="none">
                <a:solidFill>
                  <a:schemeClr val="dk1"/>
                </a:solidFill>
                <a:latin typeface="Times New Roman"/>
                <a:ea typeface="Times New Roman"/>
                <a:cs typeface="Times New Roman"/>
                <a:sym typeface="Times New Roman"/>
              </a:rPr>
              <a:t>Technology Stack:</a:t>
            </a:r>
            <a:endParaRPr/>
          </a:p>
          <a:p>
            <a:pPr indent="0" lvl="0" marL="0" marR="0" rtl="0" algn="l">
              <a:lnSpc>
                <a:spcPct val="100000"/>
              </a:lnSpc>
              <a:spcBef>
                <a:spcPts val="30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IDE :</a:t>
            </a:r>
            <a:endParaRPr b="0" i="0" sz="2400" u="none">
              <a:solidFill>
                <a:schemeClr val="dk1"/>
              </a:solidFill>
              <a:latin typeface="Times New Roman"/>
              <a:ea typeface="Times New Roman"/>
              <a:cs typeface="Times New Roman"/>
              <a:sym typeface="Times New Roman"/>
            </a:endParaRPr>
          </a:p>
          <a:p>
            <a:pPr indent="-152400" lvl="0" marL="0" marR="0" rtl="0" algn="l">
              <a:lnSpc>
                <a:spcPct val="100000"/>
              </a:lnSpc>
              <a:spcBef>
                <a:spcPts val="30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Visual Studio Code</a:t>
            </a:r>
            <a:endParaRPr/>
          </a:p>
          <a:p>
            <a:pPr indent="0" lvl="0" marL="0" marR="0" rtl="0" algn="l">
              <a:lnSpc>
                <a:spcPct val="100000"/>
              </a:lnSpc>
              <a:spcBef>
                <a:spcPts val="30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UI/UX Design:</a:t>
            </a:r>
            <a:endParaRPr b="0" i="0" sz="2400" u="none">
              <a:solidFill>
                <a:schemeClr val="dk1"/>
              </a:solidFill>
              <a:latin typeface="Times New Roman"/>
              <a:ea typeface="Times New Roman"/>
              <a:cs typeface="Times New Roman"/>
              <a:sym typeface="Times New Roman"/>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Figma</a:t>
            </a:r>
            <a:r>
              <a:rPr b="1" i="0" lang="en-US" sz="2400" u="none">
                <a:solidFill>
                  <a:schemeClr val="dk1"/>
                </a:solidFill>
                <a:latin typeface="Times New Roman"/>
                <a:ea typeface="Times New Roman"/>
                <a:cs typeface="Times New Roman"/>
                <a:sym typeface="Times New Roman"/>
              </a:rPr>
              <a:t>/</a:t>
            </a:r>
            <a:r>
              <a:rPr b="0" i="0" lang="en-US" sz="2400" u="none">
                <a:solidFill>
                  <a:schemeClr val="dk1"/>
                </a:solidFill>
                <a:latin typeface="Times New Roman"/>
                <a:ea typeface="Times New Roman"/>
                <a:cs typeface="Times New Roman"/>
                <a:sym typeface="Times New Roman"/>
              </a:rPr>
              <a:t>Flutter</a:t>
            </a:r>
            <a:endParaRPr/>
          </a:p>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Backend:</a:t>
            </a:r>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Node.js</a:t>
            </a:r>
            <a:endParaRPr/>
          </a:p>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Database :</a:t>
            </a:r>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Firebase/ MongoDB</a:t>
            </a:r>
            <a:endParaRPr/>
          </a:p>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Other Tools:</a:t>
            </a:r>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Firebase Cloud Messaging</a:t>
            </a:r>
            <a:endParaRPr b="1" i="0" sz="24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rebuchet MS"/>
              <a:buNone/>
            </a:pPr>
            <a:r>
              <a:t/>
            </a:r>
            <a:endParaRPr b="0" i="0" sz="24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descr="Visual Studio Code brand resources ..." id="266" name="Google Shape;266;p30"/>
          <p:cNvPicPr preferRelativeResize="0"/>
          <p:nvPr/>
        </p:nvPicPr>
        <p:blipFill rotWithShape="1">
          <a:blip r:embed="rId3">
            <a:alphaModFix/>
          </a:blip>
          <a:srcRect b="0" l="0" r="0" t="0"/>
          <a:stretch/>
        </p:blipFill>
        <p:spPr>
          <a:xfrm>
            <a:off x="4176712" y="2700337"/>
            <a:ext cx="2270125" cy="1620837"/>
          </a:xfrm>
          <a:prstGeom prst="rect">
            <a:avLst/>
          </a:prstGeom>
          <a:noFill/>
          <a:ln>
            <a:noFill/>
          </a:ln>
        </p:spPr>
      </p:pic>
      <p:pic>
        <p:nvPicPr>
          <p:cNvPr descr="Firebase | Google's Mobile and Web App ..." id="267" name="Google Shape;267;p30"/>
          <p:cNvPicPr preferRelativeResize="0"/>
          <p:nvPr/>
        </p:nvPicPr>
        <p:blipFill rotWithShape="1">
          <a:blip r:embed="rId4">
            <a:alphaModFix/>
          </a:blip>
          <a:srcRect b="0" l="0" r="0" t="0"/>
          <a:stretch/>
        </p:blipFill>
        <p:spPr>
          <a:xfrm>
            <a:off x="6162675" y="1563687"/>
            <a:ext cx="1470025" cy="1470025"/>
          </a:xfrm>
          <a:prstGeom prst="rect">
            <a:avLst/>
          </a:prstGeom>
          <a:noFill/>
          <a:ln>
            <a:noFill/>
          </a:ln>
        </p:spPr>
      </p:pic>
      <p:pic>
        <p:nvPicPr>
          <p:cNvPr descr="Mongodb original wordmark logo - Social media &amp; Logos Icons" id="268" name="Google Shape;268;p30"/>
          <p:cNvPicPr preferRelativeResize="0"/>
          <p:nvPr/>
        </p:nvPicPr>
        <p:blipFill rotWithShape="1">
          <a:blip r:embed="rId5">
            <a:alphaModFix/>
          </a:blip>
          <a:srcRect b="0" l="0" r="0" t="0"/>
          <a:stretch/>
        </p:blipFill>
        <p:spPr>
          <a:xfrm>
            <a:off x="6162675" y="4264025"/>
            <a:ext cx="1524000" cy="1409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1"/>
          <p:cNvSpPr txBox="1"/>
          <p:nvPr>
            <p:ph type="title"/>
          </p:nvPr>
        </p:nvSpPr>
        <p:spPr>
          <a:xfrm>
            <a:off x="671512" y="671512"/>
            <a:ext cx="6997700" cy="1455737"/>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Sustainable Development Goals</a:t>
            </a:r>
            <a:endParaRPr/>
          </a:p>
        </p:txBody>
      </p:sp>
      <p:sp>
        <p:nvSpPr>
          <p:cNvPr id="274" name="Google Shape;274;p31"/>
          <p:cNvSpPr txBox="1"/>
          <p:nvPr>
            <p:ph idx="1" type="body"/>
          </p:nvPr>
        </p:nvSpPr>
        <p:spPr>
          <a:xfrm>
            <a:off x="360362" y="2051050"/>
            <a:ext cx="8904287" cy="4156075"/>
          </a:xfrm>
          <a:prstGeom prst="rect">
            <a:avLst/>
          </a:prstGeom>
          <a:noFill/>
          <a:ln>
            <a:noFill/>
          </a:ln>
        </p:spPr>
        <p:txBody>
          <a:bodyPr anchorCtr="0" anchor="ctr" bIns="45700" lIns="91425" spcFirstLastPara="1" rIns="91425" wrap="square" tIns="45700">
            <a:spAutoFit/>
          </a:bodyPr>
          <a:lstStyle/>
          <a:p>
            <a:pPr indent="-121920" lvl="0" marL="0" marR="0" rtl="0" algn="just">
              <a:lnSpc>
                <a:spcPct val="100000"/>
              </a:lnSpc>
              <a:spcBef>
                <a:spcPts val="0"/>
              </a:spcBef>
              <a:spcAft>
                <a:spcPts val="0"/>
              </a:spcAft>
              <a:buClr>
                <a:schemeClr val="accent1"/>
              </a:buClr>
              <a:buSzPts val="1920"/>
              <a:buFont typeface="Noto Sans Symbols"/>
              <a:buChar char="●"/>
            </a:pPr>
            <a:r>
              <a:rPr b="1" i="0" lang="en-US" sz="2400" u="none" cap="none" strike="noStrike">
                <a:solidFill>
                  <a:schemeClr val="dk1"/>
                </a:solidFill>
                <a:latin typeface="Times New Roman"/>
                <a:ea typeface="Times New Roman"/>
                <a:cs typeface="Times New Roman"/>
                <a:sym typeface="Times New Roman"/>
              </a:rPr>
              <a:t>SDG 9 – Industry, Innovation &amp; Infrastructure</a:t>
            </a:r>
            <a:endParaRPr b="0"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accent1"/>
              </a:buClr>
              <a:buSzPts val="1920"/>
              <a:buFont typeface="Noto Sans Symbols"/>
              <a:buNone/>
            </a:pPr>
            <a:r>
              <a:rPr b="0" i="0" lang="en-US" sz="2400" u="none" cap="none" strike="noStrike">
                <a:solidFill>
                  <a:schemeClr val="dk1"/>
                </a:solidFill>
                <a:latin typeface="Times New Roman"/>
                <a:ea typeface="Times New Roman"/>
                <a:cs typeface="Times New Roman"/>
                <a:sym typeface="Times New Roman"/>
              </a:rPr>
              <a:t>Introduces</a:t>
            </a:r>
            <a:r>
              <a:rPr b="0" i="1"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rgbClr val="404040"/>
                </a:solidFill>
                <a:latin typeface="Times New Roman"/>
                <a:ea typeface="Times New Roman"/>
                <a:cs typeface="Times New Roman"/>
                <a:sym typeface="Times New Roman"/>
              </a:rPr>
              <a:t>smart technology to improve food service infrastructure and digital queue management.</a:t>
            </a:r>
            <a:endParaRPr/>
          </a:p>
          <a:p>
            <a:pPr indent="0" lvl="0" marL="0" marR="0" rtl="0" algn="just">
              <a:lnSpc>
                <a:spcPct val="100000"/>
              </a:lnSpc>
              <a:spcBef>
                <a:spcPts val="0"/>
              </a:spcBef>
              <a:spcAft>
                <a:spcPts val="0"/>
              </a:spcAft>
              <a:buClr>
                <a:schemeClr val="accent1"/>
              </a:buClr>
              <a:buSzPts val="1920"/>
              <a:buFont typeface="Noto Sans Symbols"/>
              <a:buNone/>
            </a:pPr>
            <a:r>
              <a:t/>
            </a:r>
            <a:endParaRPr b="0" i="0" sz="2400" u="none" cap="none" strike="noStrike">
              <a:solidFill>
                <a:srgbClr val="40404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accent1"/>
              </a:buClr>
              <a:buSzPts val="1920"/>
              <a:buFont typeface="Noto Sans Symbols"/>
              <a:buNone/>
            </a:pPr>
            <a:r>
              <a:rPr b="1" i="0" lang="en-US" sz="2400" u="none" cap="none" strike="noStrike">
                <a:solidFill>
                  <a:schemeClr val="dk1"/>
                </a:solidFill>
                <a:latin typeface="Times New Roman"/>
                <a:ea typeface="Times New Roman"/>
                <a:cs typeface="Times New Roman"/>
                <a:sym typeface="Times New Roman"/>
              </a:rPr>
              <a:t>SDG 11 – Sustainable Cities &amp; Communities</a:t>
            </a:r>
            <a:endParaRPr b="0"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accent1"/>
              </a:buClr>
              <a:buSzPts val="1920"/>
              <a:buFont typeface="Noto Sans Symbols"/>
              <a:buNone/>
            </a:pPr>
            <a:r>
              <a:rPr b="0" i="0" lang="en-US" sz="2400" u="none" cap="none" strike="noStrike">
                <a:solidFill>
                  <a:schemeClr val="dk1"/>
                </a:solidFill>
                <a:latin typeface="Times New Roman"/>
                <a:ea typeface="Times New Roman"/>
                <a:cs typeface="Times New Roman"/>
                <a:sym typeface="Times New Roman"/>
              </a:rPr>
              <a:t>Reduces crowding and enhances efficiency in public eating spaces like canteens and food courts</a:t>
            </a:r>
            <a:r>
              <a:rPr b="0" i="1" lang="en-US" sz="2400" u="none" cap="none" strike="noStrike">
                <a:solidFill>
                  <a:schemeClr val="dk1"/>
                </a:solidFill>
                <a:latin typeface="Times New Roman"/>
                <a:ea typeface="Times New Roman"/>
                <a:cs typeface="Times New Roman"/>
                <a:sym typeface="Times New Roman"/>
              </a:rPr>
              <a:t>.</a:t>
            </a:r>
            <a:endParaRPr/>
          </a:p>
          <a:p>
            <a:pPr indent="0" lvl="0" marL="0" marR="0" rtl="0" algn="just">
              <a:lnSpc>
                <a:spcPct val="100000"/>
              </a:lnSpc>
              <a:spcBef>
                <a:spcPts val="0"/>
              </a:spcBef>
              <a:spcAft>
                <a:spcPts val="0"/>
              </a:spcAft>
              <a:buClr>
                <a:schemeClr val="accent1"/>
              </a:buClr>
              <a:buSzPts val="192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121920" lvl="0" marL="0" marR="0" rtl="0" algn="just">
              <a:lnSpc>
                <a:spcPct val="100000"/>
              </a:lnSpc>
              <a:spcBef>
                <a:spcPts val="0"/>
              </a:spcBef>
              <a:spcAft>
                <a:spcPts val="0"/>
              </a:spcAft>
              <a:buClr>
                <a:schemeClr val="accent1"/>
              </a:buClr>
              <a:buSzPts val="1920"/>
              <a:buFont typeface="Noto Sans Symbols"/>
              <a:buChar char="●"/>
            </a:pPr>
            <a:r>
              <a:rPr b="1" i="0" lang="en-US" sz="2400" u="none" cap="none" strike="noStrike">
                <a:solidFill>
                  <a:schemeClr val="dk1"/>
                </a:solidFill>
                <a:latin typeface="Times New Roman"/>
                <a:ea typeface="Times New Roman"/>
                <a:cs typeface="Times New Roman"/>
                <a:sym typeface="Times New Roman"/>
              </a:rPr>
              <a:t>SDG 12 – Responsible Consumption &amp; Production</a:t>
            </a:r>
            <a:endParaRPr b="0"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accent1"/>
              </a:buClr>
              <a:buSzPts val="1920"/>
              <a:buFont typeface="Noto Sans Symbols"/>
              <a:buNone/>
            </a:pPr>
            <a:r>
              <a:rPr b="0" i="0" lang="en-US" sz="2400" u="none" cap="none" strike="noStrike">
                <a:solidFill>
                  <a:schemeClr val="dk1"/>
                </a:solidFill>
                <a:latin typeface="Times New Roman"/>
                <a:ea typeface="Times New Roman"/>
                <a:cs typeface="Times New Roman"/>
                <a:sym typeface="Times New Roman"/>
              </a:rPr>
              <a:t>Minimizes food waste and overproduction by syncing preparation with customer arrival.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9" name="Shape 279"/>
        <p:cNvGrpSpPr/>
        <p:nvPr/>
      </p:nvGrpSpPr>
      <p:grpSpPr>
        <a:xfrm>
          <a:off x="0" y="0"/>
          <a:ext cx="0" cy="0"/>
          <a:chOff x="0" y="0"/>
          <a:chExt cx="0" cy="0"/>
        </a:xfrm>
      </p:grpSpPr>
      <p:sp>
        <p:nvSpPr>
          <p:cNvPr id="280" name="Google Shape;280;p32"/>
          <p:cNvSpPr txBox="1"/>
          <p:nvPr/>
        </p:nvSpPr>
        <p:spPr>
          <a:xfrm>
            <a:off x="503237" y="301625"/>
            <a:ext cx="9070975" cy="1262062"/>
          </a:xfrm>
          <a:prstGeom prst="rect">
            <a:avLst/>
          </a:prstGeom>
          <a:noFill/>
          <a:ln>
            <a:noFill/>
          </a:ln>
        </p:spPr>
        <p:txBody>
          <a:bodyPr anchorCtr="0" anchor="ctr" bIns="0" lIns="0" spcFirstLastPara="1" rIns="0" wrap="square" tIns="31675">
            <a:noAutofit/>
          </a:bodyPr>
          <a:lstStyle/>
          <a:p>
            <a:pPr indent="0" lvl="0" marL="0" marR="0" rtl="0" algn="ctr">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Conclusion </a:t>
            </a:r>
            <a:endParaRPr/>
          </a:p>
        </p:txBody>
      </p:sp>
      <p:sp>
        <p:nvSpPr>
          <p:cNvPr id="281" name="Google Shape;281;p32"/>
          <p:cNvSpPr txBox="1"/>
          <p:nvPr/>
        </p:nvSpPr>
        <p:spPr>
          <a:xfrm>
            <a:off x="503237" y="1563687"/>
            <a:ext cx="9070975" cy="5194300"/>
          </a:xfrm>
          <a:prstGeom prst="rect">
            <a:avLst/>
          </a:prstGeom>
          <a:noFill/>
          <a:ln>
            <a:noFill/>
          </a:ln>
        </p:spPr>
        <p:txBody>
          <a:bodyPr anchorCtr="0" anchor="t" bIns="0" lIns="0" spcFirstLastPara="1" rIns="0" wrap="square" tIns="21225">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 Our takeaway service app enhances customer convenience by predicting food readiness accurately.</a:t>
            </a:r>
            <a:endParaRPr/>
          </a:p>
          <a:p>
            <a:pPr indent="-190500" lvl="0" marL="342900" marR="0" rtl="0" algn="l">
              <a:lnSpc>
                <a:spcPct val="100000"/>
              </a:lnSpc>
              <a:spcBef>
                <a:spcPts val="0"/>
              </a:spcBef>
              <a:spcAft>
                <a:spcPts val="0"/>
              </a:spcAft>
              <a:buClr>
                <a:schemeClr val="dk1"/>
              </a:buClr>
              <a:buSzPts val="2400"/>
              <a:buFont typeface="Arial"/>
              <a:buNone/>
            </a:pPr>
            <a:r>
              <a:t/>
            </a:r>
            <a:endParaRPr b="0" i="0" sz="2400" u="non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The system bridges the gap between order placement and pickup with live updates.</a:t>
            </a:r>
            <a:endParaRPr/>
          </a:p>
          <a:p>
            <a:pPr indent="-190500" lvl="0" marL="342900" marR="0" rtl="0" algn="l">
              <a:lnSpc>
                <a:spcPct val="100000"/>
              </a:lnSpc>
              <a:spcBef>
                <a:spcPts val="0"/>
              </a:spcBef>
              <a:spcAft>
                <a:spcPts val="0"/>
              </a:spcAft>
              <a:buClr>
                <a:schemeClr val="dk1"/>
              </a:buClr>
              <a:buSzPts val="2400"/>
              <a:buFont typeface="Arial"/>
              <a:buNone/>
            </a:pPr>
            <a:r>
              <a:t/>
            </a:r>
            <a:endParaRPr b="0" i="0" sz="2400" u="non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This leads to time efficiency, better customer experience, and smoother hotel operations.</a:t>
            </a:r>
            <a:endParaRPr/>
          </a:p>
          <a:p>
            <a:pPr indent="-190500" lvl="0" marL="342900" marR="0" rtl="0" algn="l">
              <a:lnSpc>
                <a:spcPct val="100000"/>
              </a:lnSpc>
              <a:spcBef>
                <a:spcPts val="0"/>
              </a:spcBef>
              <a:spcAft>
                <a:spcPts val="0"/>
              </a:spcAft>
              <a:buClr>
                <a:schemeClr val="dk1"/>
              </a:buClr>
              <a:buSzPts val="2400"/>
              <a:buFont typeface="Arial"/>
              <a:buNone/>
            </a:pPr>
            <a:r>
              <a:t/>
            </a:r>
            <a:endParaRPr b="0" i="0" sz="2400" u="non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A scalable solution for small and large food businesses</a:t>
            </a:r>
            <a:r>
              <a:rPr b="0" i="0" lang="en-US" sz="2400" u="none">
                <a:solidFill>
                  <a:schemeClr val="dk1"/>
                </a:solidFill>
                <a:latin typeface="Trebuchet MS"/>
                <a:ea typeface="Trebuchet MS"/>
                <a:cs typeface="Trebuchet MS"/>
                <a:sym typeface="Trebuchet MS"/>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 name="Shape 286"/>
        <p:cNvGrpSpPr/>
        <p:nvPr/>
      </p:nvGrpSpPr>
      <p:grpSpPr>
        <a:xfrm>
          <a:off x="0" y="0"/>
          <a:ext cx="0" cy="0"/>
          <a:chOff x="0" y="0"/>
          <a:chExt cx="0" cy="0"/>
        </a:xfrm>
      </p:grpSpPr>
      <p:sp>
        <p:nvSpPr>
          <p:cNvPr id="287" name="Google Shape;287;p33"/>
          <p:cNvSpPr txBox="1"/>
          <p:nvPr/>
        </p:nvSpPr>
        <p:spPr>
          <a:xfrm>
            <a:off x="647700" y="3057525"/>
            <a:ext cx="9070975" cy="1262062"/>
          </a:xfrm>
          <a:prstGeom prst="rect">
            <a:avLst/>
          </a:prstGeom>
          <a:noFill/>
          <a:ln>
            <a:noFill/>
          </a:ln>
        </p:spPr>
        <p:txBody>
          <a:bodyPr anchorCtr="0" anchor="ctr" bIns="0" lIns="0" spcFirstLastPara="1" rIns="0" wrap="square" tIns="31675">
            <a:noAutofit/>
          </a:bodyPr>
          <a:lstStyle/>
          <a:p>
            <a:pPr indent="0" lvl="0" marL="0" marR="0" rtl="0" algn="ctr">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3_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Facet">
  <a:themeElements>
    <a:clrScheme name="default">
      <a:dk1>
        <a:srgbClr val="000000"/>
      </a:dk1>
      <a:lt1>
        <a:srgbClr val="FFFFFF"/>
      </a:lt1>
      <a:dk2>
        <a:srgbClr val="2C3C43"/>
      </a:dk2>
      <a:lt2>
        <a:srgbClr val="EBEBEB"/>
      </a:lt2>
      <a:accent1>
        <a:srgbClr val="5FCBEF"/>
      </a:accent1>
      <a:accent2>
        <a:srgbClr val="2E83C3"/>
      </a:accent2>
      <a:accent3>
        <a:srgbClr val="FFFFFF"/>
      </a:accent3>
      <a:accent4>
        <a:srgbClr val="5FCBEF"/>
      </a:accent4>
      <a:accent5>
        <a:srgbClr val="2E83C3"/>
      </a:accent5>
      <a:accent6>
        <a:srgbClr val="FFFFFF"/>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2_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